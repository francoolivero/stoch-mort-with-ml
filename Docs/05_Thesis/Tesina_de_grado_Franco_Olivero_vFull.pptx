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9" r:id="rId5"/>
    <p:sldId id="262" r:id="rId6"/>
    <p:sldId id="260" r:id="rId7"/>
    <p:sldId id="275" r:id="rId8"/>
    <p:sldId id="276" r:id="rId9"/>
    <p:sldId id="263" r:id="rId10"/>
    <p:sldId id="270" r:id="rId11"/>
    <p:sldId id="265" r:id="rId12"/>
    <p:sldId id="271" r:id="rId13"/>
    <p:sldId id="266" r:id="rId14"/>
    <p:sldId id="277" r:id="rId15"/>
    <p:sldId id="274" r:id="rId16"/>
    <p:sldId id="273" r:id="rId17"/>
    <p:sldId id="279" r:id="rId18"/>
    <p:sldId id="272" r:id="rId19"/>
    <p:sldId id="278" r:id="rId20"/>
    <p:sldId id="281" r:id="rId21"/>
    <p:sldId id="280" r:id="rId22"/>
    <p:sldId id="267" r:id="rId23"/>
    <p:sldId id="285" r:id="rId24"/>
    <p:sldId id="268" r:id="rId25"/>
    <p:sldId id="282" r:id="rId26"/>
    <p:sldId id="283" r:id="rId27"/>
    <p:sldId id="286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FAE"/>
    <a:srgbClr val="2E5175"/>
    <a:srgbClr val="FFFFFF"/>
    <a:srgbClr val="0000FF"/>
    <a:srgbClr val="001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 Nahuel  Olivero" userId="3356e92f-d4c7-44bf-acc4-228650985dd9" providerId="ADAL" clId="{1DA48DC3-AABE-4F36-9B25-8ECD4C303BB7}"/>
    <pc:docChg chg="undo custSel addSld delSld modSld sldOrd">
      <pc:chgData name="Franco Nahuel  Olivero" userId="3356e92f-d4c7-44bf-acc4-228650985dd9" providerId="ADAL" clId="{1DA48DC3-AABE-4F36-9B25-8ECD4C303BB7}" dt="2026-03-16T03:48:46.486" v="4514" actId="20577"/>
      <pc:docMkLst>
        <pc:docMk/>
      </pc:docMkLst>
      <pc:sldChg chg="modSp mod">
        <pc:chgData name="Franco Nahuel  Olivero" userId="3356e92f-d4c7-44bf-acc4-228650985dd9" providerId="ADAL" clId="{1DA48DC3-AABE-4F36-9B25-8ECD4C303BB7}" dt="2026-03-16T02:56:47.946" v="4033" actId="20577"/>
        <pc:sldMkLst>
          <pc:docMk/>
          <pc:sldMk cId="876614097" sldId="256"/>
        </pc:sldMkLst>
        <pc:spChg chg="mod">
          <ac:chgData name="Franco Nahuel  Olivero" userId="3356e92f-d4c7-44bf-acc4-228650985dd9" providerId="ADAL" clId="{1DA48DC3-AABE-4F36-9B25-8ECD4C303BB7}" dt="2026-03-16T02:56:47.946" v="4033" actId="20577"/>
          <ac:spMkLst>
            <pc:docMk/>
            <pc:sldMk cId="876614097" sldId="256"/>
            <ac:spMk id="7" creationId="{EEEEAB69-9C6C-BE6D-A838-AA652E0A0FAB}"/>
          </ac:spMkLst>
        </pc:spChg>
      </pc:sldChg>
      <pc:sldChg chg="del">
        <pc:chgData name="Franco Nahuel  Olivero" userId="3356e92f-d4c7-44bf-acc4-228650985dd9" providerId="ADAL" clId="{1DA48DC3-AABE-4F36-9B25-8ECD4C303BB7}" dt="2026-03-16T00:06:51.752" v="955" actId="47"/>
        <pc:sldMkLst>
          <pc:docMk/>
          <pc:sldMk cId="3570131833" sldId="258"/>
        </pc:sldMkLst>
      </pc:sldChg>
      <pc:sldChg chg="modSp mod">
        <pc:chgData name="Franco Nahuel  Olivero" userId="3356e92f-d4c7-44bf-acc4-228650985dd9" providerId="ADAL" clId="{1DA48DC3-AABE-4F36-9B25-8ECD4C303BB7}" dt="2026-03-16T00:06:42.754" v="954" actId="1038"/>
        <pc:sldMkLst>
          <pc:docMk/>
          <pc:sldMk cId="3043233976" sldId="263"/>
        </pc:sldMkLst>
        <pc:spChg chg="mod">
          <ac:chgData name="Franco Nahuel  Olivero" userId="3356e92f-d4c7-44bf-acc4-228650985dd9" providerId="ADAL" clId="{1DA48DC3-AABE-4F36-9B25-8ECD4C303BB7}" dt="2026-03-16T00:06:42.754" v="954" actId="1038"/>
          <ac:spMkLst>
            <pc:docMk/>
            <pc:sldMk cId="3043233976" sldId="263"/>
            <ac:spMk id="3" creationId="{0A57CB22-B4D3-19F5-ADD1-33DD30B5A63C}"/>
          </ac:spMkLst>
        </pc:spChg>
        <pc:spChg chg="mod">
          <ac:chgData name="Franco Nahuel  Olivero" userId="3356e92f-d4c7-44bf-acc4-228650985dd9" providerId="ADAL" clId="{1DA48DC3-AABE-4F36-9B25-8ECD4C303BB7}" dt="2026-03-10T01:29:49.744" v="8" actId="14100"/>
          <ac:spMkLst>
            <pc:docMk/>
            <pc:sldMk cId="3043233976" sldId="263"/>
            <ac:spMk id="4" creationId="{00431BE4-FE94-A23E-8777-6641FC3F4DA7}"/>
          </ac:spMkLst>
        </pc:spChg>
      </pc:sldChg>
      <pc:sldChg chg="addSp delSp modSp mod">
        <pc:chgData name="Franco Nahuel  Olivero" userId="3356e92f-d4c7-44bf-acc4-228650985dd9" providerId="ADAL" clId="{1DA48DC3-AABE-4F36-9B25-8ECD4C303BB7}" dt="2026-03-16T02:56:21.636" v="4015" actId="1035"/>
        <pc:sldMkLst>
          <pc:docMk/>
          <pc:sldMk cId="150822507" sldId="264"/>
        </pc:sldMkLst>
        <pc:spChg chg="mod">
          <ac:chgData name="Franco Nahuel  Olivero" userId="3356e92f-d4c7-44bf-acc4-228650985dd9" providerId="ADAL" clId="{1DA48DC3-AABE-4F36-9B25-8ECD4C303BB7}" dt="2026-03-16T02:56:21.636" v="4015" actId="1035"/>
          <ac:spMkLst>
            <pc:docMk/>
            <pc:sldMk cId="150822507" sldId="264"/>
            <ac:spMk id="30" creationId="{A6B47B0B-A531-C32C-6E0E-6CBF0C3F7CF3}"/>
          </ac:spMkLst>
        </pc:spChg>
        <pc:picChg chg="add del">
          <ac:chgData name="Franco Nahuel  Olivero" userId="3356e92f-d4c7-44bf-acc4-228650985dd9" providerId="ADAL" clId="{1DA48DC3-AABE-4F36-9B25-8ECD4C303BB7}" dt="2026-03-16T00:05:16.873" v="905" actId="22"/>
          <ac:picMkLst>
            <pc:docMk/>
            <pc:sldMk cId="150822507" sldId="264"/>
            <ac:picMk id="3" creationId="{8BBC1948-50D8-4D04-CFF0-6C7CB8B7EE90}"/>
          </ac:picMkLst>
        </pc:picChg>
      </pc:sldChg>
      <pc:sldChg chg="addSp delSp modSp mod">
        <pc:chgData name="Franco Nahuel  Olivero" userId="3356e92f-d4c7-44bf-acc4-228650985dd9" providerId="ADAL" clId="{1DA48DC3-AABE-4F36-9B25-8ECD4C303BB7}" dt="2026-03-16T02:48:19.381" v="3453" actId="114"/>
        <pc:sldMkLst>
          <pc:docMk/>
          <pc:sldMk cId="2678991103" sldId="265"/>
        </pc:sldMkLst>
        <pc:spChg chg="add mod">
          <ac:chgData name="Franco Nahuel  Olivero" userId="3356e92f-d4c7-44bf-acc4-228650985dd9" providerId="ADAL" clId="{1DA48DC3-AABE-4F36-9B25-8ECD4C303BB7}" dt="2026-03-16T00:14:44.830" v="1208" actId="113"/>
          <ac:spMkLst>
            <pc:docMk/>
            <pc:sldMk cId="2678991103" sldId="265"/>
            <ac:spMk id="5" creationId="{7227607A-23D4-0987-0BDC-C285621A6431}"/>
          </ac:spMkLst>
        </pc:spChg>
        <pc:spChg chg="add mod topLvl">
          <ac:chgData name="Franco Nahuel  Olivero" userId="3356e92f-d4c7-44bf-acc4-228650985dd9" providerId="ADAL" clId="{1DA48DC3-AABE-4F36-9B25-8ECD4C303BB7}" dt="2026-03-16T00:30:00.311" v="1244" actId="165"/>
          <ac:spMkLst>
            <pc:docMk/>
            <pc:sldMk cId="2678991103" sldId="265"/>
            <ac:spMk id="8" creationId="{4440FDD8-7061-A93E-8F8D-A93138A14542}"/>
          </ac:spMkLst>
        </pc:spChg>
        <pc:spChg chg="add mod topLvl">
          <ac:chgData name="Franco Nahuel  Olivero" userId="3356e92f-d4c7-44bf-acc4-228650985dd9" providerId="ADAL" clId="{1DA48DC3-AABE-4F36-9B25-8ECD4C303BB7}" dt="2026-03-16T00:30:00.311" v="1244" actId="165"/>
          <ac:spMkLst>
            <pc:docMk/>
            <pc:sldMk cId="2678991103" sldId="265"/>
            <ac:spMk id="9" creationId="{ED3F8663-B1D6-0445-FF75-732FEF076BCD}"/>
          </ac:spMkLst>
        </pc:spChg>
        <pc:spChg chg="mod">
          <ac:chgData name="Franco Nahuel  Olivero" userId="3356e92f-d4c7-44bf-acc4-228650985dd9" providerId="ADAL" clId="{1DA48DC3-AABE-4F36-9B25-8ECD4C303BB7}" dt="2026-03-16T02:48:19.381" v="3453" actId="114"/>
          <ac:spMkLst>
            <pc:docMk/>
            <pc:sldMk cId="2678991103" sldId="265"/>
            <ac:spMk id="13" creationId="{4F37F895-48C2-14DD-18C6-ACC630D0725D}"/>
          </ac:spMkLst>
        </pc:spChg>
        <pc:spChg chg="add mod topLvl">
          <ac:chgData name="Franco Nahuel  Olivero" userId="3356e92f-d4c7-44bf-acc4-228650985dd9" providerId="ADAL" clId="{1DA48DC3-AABE-4F36-9B25-8ECD4C303BB7}" dt="2026-03-16T00:32:26.912" v="1298" actId="115"/>
          <ac:spMkLst>
            <pc:docMk/>
            <pc:sldMk cId="2678991103" sldId="265"/>
            <ac:spMk id="14" creationId="{B32A3AB8-EF5C-E97E-52A0-F1F861C2D1B4}"/>
          </ac:spMkLst>
        </pc:spChg>
        <pc:spChg chg="add mod topLvl">
          <ac:chgData name="Franco Nahuel  Olivero" userId="3356e92f-d4c7-44bf-acc4-228650985dd9" providerId="ADAL" clId="{1DA48DC3-AABE-4F36-9B25-8ECD4C303BB7}" dt="2026-03-16T00:32:22.218" v="1294" actId="115"/>
          <ac:spMkLst>
            <pc:docMk/>
            <pc:sldMk cId="2678991103" sldId="265"/>
            <ac:spMk id="15" creationId="{E5F74864-2FB4-F98B-E7C8-5ADFD986CCAB}"/>
          </ac:spMkLst>
        </pc:spChg>
        <pc:spChg chg="add mod">
          <ac:chgData name="Franco Nahuel  Olivero" userId="3356e92f-d4c7-44bf-acc4-228650985dd9" providerId="ADAL" clId="{1DA48DC3-AABE-4F36-9B25-8ECD4C303BB7}" dt="2026-03-10T01:46:36.171" v="132" actId="207"/>
          <ac:spMkLst>
            <pc:docMk/>
            <pc:sldMk cId="2678991103" sldId="265"/>
            <ac:spMk id="21" creationId="{A9DCF47B-5F25-678E-27DE-C158B8F128D3}"/>
          </ac:spMkLst>
        </pc:spChg>
        <pc:spChg chg="add mod">
          <ac:chgData name="Franco Nahuel  Olivero" userId="3356e92f-d4c7-44bf-acc4-228650985dd9" providerId="ADAL" clId="{1DA48DC3-AABE-4F36-9B25-8ECD4C303BB7}" dt="2026-03-10T01:45:35.688" v="118" actId="14100"/>
          <ac:spMkLst>
            <pc:docMk/>
            <pc:sldMk cId="2678991103" sldId="265"/>
            <ac:spMk id="23" creationId="{0FD4D170-FE42-1AC8-FB96-6EEAB8CF608C}"/>
          </ac:spMkLst>
        </pc:spChg>
        <pc:grpChg chg="add del mod">
          <ac:chgData name="Franco Nahuel  Olivero" userId="3356e92f-d4c7-44bf-acc4-228650985dd9" providerId="ADAL" clId="{1DA48DC3-AABE-4F36-9B25-8ECD4C303BB7}" dt="2026-03-16T00:30:00.311" v="1244" actId="165"/>
          <ac:grpSpMkLst>
            <pc:docMk/>
            <pc:sldMk cId="2678991103" sldId="265"/>
            <ac:grpSpMk id="16" creationId="{1BE79C02-EFD9-5CD5-5A64-79F73CF31772}"/>
          </ac:grpSpMkLst>
        </pc:grpChg>
        <pc:graphicFrameChg chg="add mod">
          <ac:chgData name="Franco Nahuel  Olivero" userId="3356e92f-d4c7-44bf-acc4-228650985dd9" providerId="ADAL" clId="{1DA48DC3-AABE-4F36-9B25-8ECD4C303BB7}" dt="2026-03-16T00:30:01.807" v="1245"/>
          <ac:graphicFrameMkLst>
            <pc:docMk/>
            <pc:sldMk cId="2678991103" sldId="265"/>
            <ac:graphicFrameMk id="2" creationId="{729037F6-1B07-99F4-4CA1-4FE03C3AA3E1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6T00:31:32.701" v="1262"/>
          <ac:graphicFrameMkLst>
            <pc:docMk/>
            <pc:sldMk cId="2678991103" sldId="265"/>
            <ac:graphicFrameMk id="4" creationId="{34F7514B-D054-DF72-E9FB-0019E8C50C6F}"/>
          </ac:graphicFrameMkLst>
        </pc:graphicFrameChg>
        <pc:picChg chg="del">
          <ac:chgData name="Franco Nahuel  Olivero" userId="3356e92f-d4c7-44bf-acc4-228650985dd9" providerId="ADAL" clId="{1DA48DC3-AABE-4F36-9B25-8ECD4C303BB7}" dt="2026-03-16T00:30:10.828" v="1246" actId="21"/>
          <ac:picMkLst>
            <pc:docMk/>
            <pc:sldMk cId="2678991103" sldId="265"/>
            <ac:picMk id="3" creationId="{BB328623-585A-9A2A-18A0-2C11957BA971}"/>
          </ac:picMkLst>
        </pc:picChg>
        <pc:picChg chg="mod">
          <ac:chgData name="Franco Nahuel  Olivero" userId="3356e92f-d4c7-44bf-acc4-228650985dd9" providerId="ADAL" clId="{1DA48DC3-AABE-4F36-9B25-8ECD4C303BB7}" dt="2026-03-16T00:32:11.890" v="1293" actId="1038"/>
          <ac:picMkLst>
            <pc:docMk/>
            <pc:sldMk cId="2678991103" sldId="265"/>
            <ac:picMk id="6" creationId="{6A760856-9249-CDDD-88DD-6A8DF0238D9D}"/>
          </ac:picMkLst>
        </pc:picChg>
        <pc:picChg chg="add del mod topLvl">
          <ac:chgData name="Franco Nahuel  Olivero" userId="3356e92f-d4c7-44bf-acc4-228650985dd9" providerId="ADAL" clId="{1DA48DC3-AABE-4F36-9B25-8ECD4C303BB7}" dt="2026-03-16T00:31:52.104" v="1268" actId="478"/>
          <ac:picMkLst>
            <pc:docMk/>
            <pc:sldMk cId="2678991103" sldId="265"/>
            <ac:picMk id="7" creationId="{168D792E-7563-88B3-9512-F96FE154E9CA}"/>
          </ac:picMkLst>
        </pc:picChg>
      </pc:sldChg>
      <pc:sldChg chg="addSp delSp modSp mod ord">
        <pc:chgData name="Franco Nahuel  Olivero" userId="3356e92f-d4c7-44bf-acc4-228650985dd9" providerId="ADAL" clId="{1DA48DC3-AABE-4F36-9B25-8ECD4C303BB7}" dt="2026-03-16T03:08:41.361" v="4068" actId="1037"/>
        <pc:sldMkLst>
          <pc:docMk/>
          <pc:sldMk cId="2424454698" sldId="266"/>
        </pc:sldMkLst>
        <pc:spChg chg="add del mod topLvl">
          <ac:chgData name="Franco Nahuel  Olivero" userId="3356e92f-d4c7-44bf-acc4-228650985dd9" providerId="ADAL" clId="{1DA48DC3-AABE-4F36-9B25-8ECD4C303BB7}" dt="2026-03-16T02:25:31.939" v="2900" actId="21"/>
          <ac:spMkLst>
            <pc:docMk/>
            <pc:sldMk cId="2424454698" sldId="266"/>
            <ac:spMk id="3" creationId="{6F5F07C7-B60B-737C-80C1-CC2194BB0AD2}"/>
          </ac:spMkLst>
        </pc:spChg>
        <pc:spChg chg="add del mod topLvl">
          <ac:chgData name="Franco Nahuel  Olivero" userId="3356e92f-d4c7-44bf-acc4-228650985dd9" providerId="ADAL" clId="{1DA48DC3-AABE-4F36-9B25-8ECD4C303BB7}" dt="2026-03-16T02:25:31.939" v="2900" actId="21"/>
          <ac:spMkLst>
            <pc:docMk/>
            <pc:sldMk cId="2424454698" sldId="266"/>
            <ac:spMk id="4" creationId="{913C0FC3-FB73-C9A9-5566-92510B9EFED0}"/>
          </ac:spMkLst>
        </pc:spChg>
        <pc:spChg chg="add del mod topLvl">
          <ac:chgData name="Franco Nahuel  Olivero" userId="3356e92f-d4c7-44bf-acc4-228650985dd9" providerId="ADAL" clId="{1DA48DC3-AABE-4F36-9B25-8ECD4C303BB7}" dt="2026-03-16T02:25:31.939" v="2900" actId="21"/>
          <ac:spMkLst>
            <pc:docMk/>
            <pc:sldMk cId="2424454698" sldId="266"/>
            <ac:spMk id="5" creationId="{F4A6EA5F-95DB-C1A6-EF8A-E4DD8A99FAAA}"/>
          </ac:spMkLst>
        </pc:spChg>
        <pc:spChg chg="add del mod topLvl">
          <ac:chgData name="Franco Nahuel  Olivero" userId="3356e92f-d4c7-44bf-acc4-228650985dd9" providerId="ADAL" clId="{1DA48DC3-AABE-4F36-9B25-8ECD4C303BB7}" dt="2026-03-16T02:25:31.939" v="2900" actId="21"/>
          <ac:spMkLst>
            <pc:docMk/>
            <pc:sldMk cId="2424454698" sldId="266"/>
            <ac:spMk id="6" creationId="{4DFD3D25-4CA3-D499-E097-F3EFF76A56F6}"/>
          </ac:spMkLst>
        </pc:spChg>
        <pc:spChg chg="add mod">
          <ac:chgData name="Franco Nahuel  Olivero" userId="3356e92f-d4c7-44bf-acc4-228650985dd9" providerId="ADAL" clId="{1DA48DC3-AABE-4F36-9B25-8ECD4C303BB7}" dt="2026-03-16T03:08:33.140" v="4040" actId="1076"/>
          <ac:spMkLst>
            <pc:docMk/>
            <pc:sldMk cId="2424454698" sldId="266"/>
            <ac:spMk id="9" creationId="{7BC353CB-B2FA-1A9F-2850-713F02EF8DE3}"/>
          </ac:spMkLst>
        </pc:spChg>
        <pc:spChg chg="add mod">
          <ac:chgData name="Franco Nahuel  Olivero" userId="3356e92f-d4c7-44bf-acc4-228650985dd9" providerId="ADAL" clId="{1DA48DC3-AABE-4F36-9B25-8ECD4C303BB7}" dt="2026-03-16T03:08:36.945" v="4041" actId="14100"/>
          <ac:spMkLst>
            <pc:docMk/>
            <pc:sldMk cId="2424454698" sldId="266"/>
            <ac:spMk id="10" creationId="{D580752B-20A8-022F-CFB3-160A80E0B193}"/>
          </ac:spMkLst>
        </pc:spChg>
        <pc:spChg chg="mod">
          <ac:chgData name="Franco Nahuel  Olivero" userId="3356e92f-d4c7-44bf-acc4-228650985dd9" providerId="ADAL" clId="{1DA48DC3-AABE-4F36-9B25-8ECD4C303BB7}" dt="2026-03-16T02:29:16.243" v="2953" actId="20577"/>
          <ac:spMkLst>
            <pc:docMk/>
            <pc:sldMk cId="2424454698" sldId="266"/>
            <ac:spMk id="13" creationId="{B1C0C169-96D7-F465-3284-2B35359AD19A}"/>
          </ac:spMkLst>
        </pc:spChg>
        <pc:spChg chg="add mod">
          <ac:chgData name="Franco Nahuel  Olivero" userId="3356e92f-d4c7-44bf-acc4-228650985dd9" providerId="ADAL" clId="{1DA48DC3-AABE-4F36-9B25-8ECD4C303BB7}" dt="2026-03-16T03:08:33.140" v="4040" actId="1076"/>
          <ac:spMkLst>
            <pc:docMk/>
            <pc:sldMk cId="2424454698" sldId="266"/>
            <ac:spMk id="14" creationId="{6F029AE5-F79C-734C-3F30-33F910FE0643}"/>
          </ac:spMkLst>
        </pc:spChg>
        <pc:spChg chg="add mod">
          <ac:chgData name="Franco Nahuel  Olivero" userId="3356e92f-d4c7-44bf-acc4-228650985dd9" providerId="ADAL" clId="{1DA48DC3-AABE-4F36-9B25-8ECD4C303BB7}" dt="2026-03-16T03:08:41.361" v="4068" actId="1037"/>
          <ac:spMkLst>
            <pc:docMk/>
            <pc:sldMk cId="2424454698" sldId="266"/>
            <ac:spMk id="15" creationId="{AD531264-E7D0-46AA-3467-4A0BEC3E4BD4}"/>
          </ac:spMkLst>
        </pc:spChg>
        <pc:grpChg chg="add del mod">
          <ac:chgData name="Franco Nahuel  Olivero" userId="3356e92f-d4c7-44bf-acc4-228650985dd9" providerId="ADAL" clId="{1DA48DC3-AABE-4F36-9B25-8ECD4C303BB7}" dt="2026-03-16T00:30:17.124" v="1247" actId="165"/>
          <ac:grpSpMkLst>
            <pc:docMk/>
            <pc:sldMk cId="2424454698" sldId="266"/>
            <ac:grpSpMk id="7" creationId="{09A94D85-371C-CDF7-3A9E-53F3D379589F}"/>
          </ac:grpSpMkLst>
        </pc:grpChg>
        <pc:picChg chg="del mod topLvl">
          <ac:chgData name="Franco Nahuel  Olivero" userId="3356e92f-d4c7-44bf-acc4-228650985dd9" providerId="ADAL" clId="{1DA48DC3-AABE-4F36-9B25-8ECD4C303BB7}" dt="2026-03-16T00:30:41.534" v="1256" actId="478"/>
          <ac:picMkLst>
            <pc:docMk/>
            <pc:sldMk cId="2424454698" sldId="266"/>
            <ac:picMk id="2" creationId="{61964CD9-35DC-776E-9DEF-B1FFB5D060F2}"/>
          </ac:picMkLst>
        </pc:picChg>
        <pc:picChg chg="add mod">
          <ac:chgData name="Franco Nahuel  Olivero" userId="3356e92f-d4c7-44bf-acc4-228650985dd9" providerId="ADAL" clId="{1DA48DC3-AABE-4F36-9B25-8ECD4C303BB7}" dt="2026-03-16T03:08:20.889" v="4038" actId="1076"/>
          <ac:picMkLst>
            <pc:docMk/>
            <pc:sldMk cId="2424454698" sldId="266"/>
            <ac:picMk id="8" creationId="{BB328623-585A-9A2A-18A0-2C11957BA971}"/>
          </ac:picMkLst>
        </pc:picChg>
      </pc:sldChg>
      <pc:sldChg chg="addSp delSp modSp mod">
        <pc:chgData name="Franco Nahuel  Olivero" userId="3356e92f-d4c7-44bf-acc4-228650985dd9" providerId="ADAL" clId="{1DA48DC3-AABE-4F36-9B25-8ECD4C303BB7}" dt="2026-03-16T02:49:06.546" v="3479" actId="1076"/>
        <pc:sldMkLst>
          <pc:docMk/>
          <pc:sldMk cId="3501112656" sldId="267"/>
        </pc:sldMkLst>
        <pc:spChg chg="add mod">
          <ac:chgData name="Franco Nahuel  Olivero" userId="3356e92f-d4c7-44bf-acc4-228650985dd9" providerId="ADAL" clId="{1DA48DC3-AABE-4F36-9B25-8ECD4C303BB7}" dt="2026-03-16T02:49:06.546" v="3479" actId="1076"/>
          <ac:spMkLst>
            <pc:docMk/>
            <pc:sldMk cId="3501112656" sldId="267"/>
            <ac:spMk id="2" creationId="{74C950F0-BD8B-27E4-D4BD-A9D765018B3A}"/>
          </ac:spMkLst>
        </pc:spChg>
        <pc:spChg chg="add del">
          <ac:chgData name="Franco Nahuel  Olivero" userId="3356e92f-d4c7-44bf-acc4-228650985dd9" providerId="ADAL" clId="{1DA48DC3-AABE-4F36-9B25-8ECD4C303BB7}" dt="2026-03-16T02:09:24.703" v="2715" actId="478"/>
          <ac:spMkLst>
            <pc:docMk/>
            <pc:sldMk cId="3501112656" sldId="267"/>
            <ac:spMk id="3" creationId="{6AA7DC83-56DA-3C14-106A-29EB1955E6C5}"/>
          </ac:spMkLst>
        </pc:spChg>
        <pc:spChg chg="add">
          <ac:chgData name="Franco Nahuel  Olivero" userId="3356e92f-d4c7-44bf-acc4-228650985dd9" providerId="ADAL" clId="{1DA48DC3-AABE-4F36-9B25-8ECD4C303BB7}" dt="2026-03-16T02:09:27.719" v="2716"/>
          <ac:spMkLst>
            <pc:docMk/>
            <pc:sldMk cId="3501112656" sldId="267"/>
            <ac:spMk id="4" creationId="{2921D42A-1F7D-456C-D144-AE7125A0C6ED}"/>
          </ac:spMkLst>
        </pc:spChg>
        <pc:spChg chg="add mod">
          <ac:chgData name="Franco Nahuel  Olivero" userId="3356e92f-d4c7-44bf-acc4-228650985dd9" providerId="ADAL" clId="{1DA48DC3-AABE-4F36-9B25-8ECD4C303BB7}" dt="2026-03-16T02:10:29.741" v="2728" actId="14100"/>
          <ac:spMkLst>
            <pc:docMk/>
            <pc:sldMk cId="3501112656" sldId="267"/>
            <ac:spMk id="7" creationId="{DE38A4A4-7331-DAAE-E256-38A778CEC9E6}"/>
          </ac:spMkLst>
        </pc:spChg>
        <pc:spChg chg="add del mod">
          <ac:chgData name="Franco Nahuel  Olivero" userId="3356e92f-d4c7-44bf-acc4-228650985dd9" providerId="ADAL" clId="{1DA48DC3-AABE-4F36-9B25-8ECD4C303BB7}" dt="2026-03-16T02:19:36.812" v="2828" actId="478"/>
          <ac:spMkLst>
            <pc:docMk/>
            <pc:sldMk cId="3501112656" sldId="267"/>
            <ac:spMk id="10" creationId="{4C58327B-B534-BEDE-BD60-010A4016C701}"/>
          </ac:spMkLst>
        </pc:spChg>
        <pc:spChg chg="mod">
          <ac:chgData name="Franco Nahuel  Olivero" userId="3356e92f-d4c7-44bf-acc4-228650985dd9" providerId="ADAL" clId="{1DA48DC3-AABE-4F36-9B25-8ECD4C303BB7}" dt="2026-03-16T02:47:38.894" v="3435" actId="114"/>
          <ac:spMkLst>
            <pc:docMk/>
            <pc:sldMk cId="3501112656" sldId="267"/>
            <ac:spMk id="13" creationId="{FC303327-5829-F36C-3072-31055FF6FCDA}"/>
          </ac:spMkLst>
        </pc:spChg>
        <pc:picChg chg="add del mod ord">
          <ac:chgData name="Franco Nahuel  Olivero" userId="3356e92f-d4c7-44bf-acc4-228650985dd9" providerId="ADAL" clId="{1DA48DC3-AABE-4F36-9B25-8ECD4C303BB7}" dt="2026-03-16T02:19:32.852" v="2826" actId="478"/>
          <ac:picMkLst>
            <pc:docMk/>
            <pc:sldMk cId="3501112656" sldId="267"/>
            <ac:picMk id="6" creationId="{5FA2B272-6148-49EA-F316-B26BC6369D31}"/>
          </ac:picMkLst>
        </pc:picChg>
        <pc:picChg chg="add mod">
          <ac:chgData name="Franco Nahuel  Olivero" userId="3356e92f-d4c7-44bf-acc4-228650985dd9" providerId="ADAL" clId="{1DA48DC3-AABE-4F36-9B25-8ECD4C303BB7}" dt="2026-03-16T02:20:47.604" v="2839" actId="1076"/>
          <ac:picMkLst>
            <pc:docMk/>
            <pc:sldMk cId="3501112656" sldId="267"/>
            <ac:picMk id="26" creationId="{E199B3C9-50C8-9C36-DE79-2C6B759D67AD}"/>
          </ac:picMkLst>
        </pc:picChg>
        <pc:cxnChg chg="add del mod">
          <ac:chgData name="Franco Nahuel  Olivero" userId="3356e92f-d4c7-44bf-acc4-228650985dd9" providerId="ADAL" clId="{1DA48DC3-AABE-4F36-9B25-8ECD4C303BB7}" dt="2026-03-16T02:19:38.054" v="2829" actId="478"/>
          <ac:cxnSpMkLst>
            <pc:docMk/>
            <pc:sldMk cId="3501112656" sldId="267"/>
            <ac:cxnSpMk id="9" creationId="{37955CFD-126A-E66F-12A6-514B845BF43E}"/>
          </ac:cxnSpMkLst>
        </pc:cxnChg>
        <pc:cxnChg chg="add del mod">
          <ac:chgData name="Franco Nahuel  Olivero" userId="3356e92f-d4c7-44bf-acc4-228650985dd9" providerId="ADAL" clId="{1DA48DC3-AABE-4F36-9B25-8ECD4C303BB7}" dt="2026-03-16T02:14:58.078" v="2811" actId="11529"/>
          <ac:cxnSpMkLst>
            <pc:docMk/>
            <pc:sldMk cId="3501112656" sldId="267"/>
            <ac:cxnSpMk id="15" creationId="{7AF8A457-4D10-DBD2-1953-DF6F98C80FCC}"/>
          </ac:cxnSpMkLst>
        </pc:cxnChg>
        <pc:cxnChg chg="add del">
          <ac:chgData name="Franco Nahuel  Olivero" userId="3356e92f-d4c7-44bf-acc4-228650985dd9" providerId="ADAL" clId="{1DA48DC3-AABE-4F36-9B25-8ECD4C303BB7}" dt="2026-03-16T02:15:06.891" v="2815" actId="11529"/>
          <ac:cxnSpMkLst>
            <pc:docMk/>
            <pc:sldMk cId="3501112656" sldId="267"/>
            <ac:cxnSpMk id="17" creationId="{8C860140-AEC8-7B00-652B-E322FE0940D1}"/>
          </ac:cxnSpMkLst>
        </pc:cxnChg>
        <pc:cxnChg chg="add del">
          <ac:chgData name="Franco Nahuel  Olivero" userId="3356e92f-d4c7-44bf-acc4-228650985dd9" providerId="ADAL" clId="{1DA48DC3-AABE-4F36-9B25-8ECD4C303BB7}" dt="2026-03-16T02:15:27.952" v="2821" actId="11529"/>
          <ac:cxnSpMkLst>
            <pc:docMk/>
            <pc:sldMk cId="3501112656" sldId="267"/>
            <ac:cxnSpMk id="19" creationId="{FF193C28-9AE7-64E1-7349-B76A112CD804}"/>
          </ac:cxnSpMkLst>
        </pc:cxnChg>
        <pc:cxnChg chg="add del mod">
          <ac:chgData name="Franco Nahuel  Olivero" userId="3356e92f-d4c7-44bf-acc4-228650985dd9" providerId="ADAL" clId="{1DA48DC3-AABE-4F36-9B25-8ECD4C303BB7}" dt="2026-03-16T02:19:36.190" v="2827" actId="478"/>
          <ac:cxnSpMkLst>
            <pc:docMk/>
            <pc:sldMk cId="3501112656" sldId="267"/>
            <ac:cxnSpMk id="23" creationId="{D879C5FC-2950-C53E-04E4-12037A280942}"/>
          </ac:cxnSpMkLst>
        </pc:cxnChg>
      </pc:sldChg>
      <pc:sldChg chg="addSp delSp modSp mod">
        <pc:chgData name="Franco Nahuel  Olivero" userId="3356e92f-d4c7-44bf-acc4-228650985dd9" providerId="ADAL" clId="{1DA48DC3-AABE-4F36-9B25-8ECD4C303BB7}" dt="2026-03-16T02:47:30.612" v="3431" actId="114"/>
        <pc:sldMkLst>
          <pc:docMk/>
          <pc:sldMk cId="1233375206" sldId="268"/>
        </pc:sldMkLst>
        <pc:spChg chg="add mod">
          <ac:chgData name="Franco Nahuel  Olivero" userId="3356e92f-d4c7-44bf-acc4-228650985dd9" providerId="ADAL" clId="{1DA48DC3-AABE-4F36-9B25-8ECD4C303BB7}" dt="2026-03-16T02:35:29.963" v="3127" actId="1035"/>
          <ac:spMkLst>
            <pc:docMk/>
            <pc:sldMk cId="1233375206" sldId="268"/>
            <ac:spMk id="4" creationId="{49C03DFD-6E41-4636-EFA3-43AE4C473F6E}"/>
          </ac:spMkLst>
        </pc:spChg>
        <pc:spChg chg="add del mod">
          <ac:chgData name="Franco Nahuel  Olivero" userId="3356e92f-d4c7-44bf-acc4-228650985dd9" providerId="ADAL" clId="{1DA48DC3-AABE-4F36-9B25-8ECD4C303BB7}" dt="2026-03-16T02:33:26.499" v="3067" actId="478"/>
          <ac:spMkLst>
            <pc:docMk/>
            <pc:sldMk cId="1233375206" sldId="268"/>
            <ac:spMk id="5" creationId="{F868C2A0-C85B-717D-C2D6-0DEA3C3292F4}"/>
          </ac:spMkLst>
        </pc:spChg>
        <pc:spChg chg="add del mod">
          <ac:chgData name="Franco Nahuel  Olivero" userId="3356e92f-d4c7-44bf-acc4-228650985dd9" providerId="ADAL" clId="{1DA48DC3-AABE-4F36-9B25-8ECD4C303BB7}" dt="2026-03-16T02:33:26.499" v="3067" actId="478"/>
          <ac:spMkLst>
            <pc:docMk/>
            <pc:sldMk cId="1233375206" sldId="268"/>
            <ac:spMk id="6" creationId="{F0245270-8564-E690-F0AB-8DEB8D00508E}"/>
          </ac:spMkLst>
        </pc:spChg>
        <pc:spChg chg="add mod">
          <ac:chgData name="Franco Nahuel  Olivero" userId="3356e92f-d4c7-44bf-acc4-228650985dd9" providerId="ADAL" clId="{1DA48DC3-AABE-4F36-9B25-8ECD4C303BB7}" dt="2026-03-16T02:35:34.577" v="3131" actId="1036"/>
          <ac:spMkLst>
            <pc:docMk/>
            <pc:sldMk cId="1233375206" sldId="268"/>
            <ac:spMk id="7" creationId="{940C112A-76E9-0269-D5CD-67E38D31ADC5}"/>
          </ac:spMkLst>
        </pc:spChg>
        <pc:spChg chg="add mod">
          <ac:chgData name="Franco Nahuel  Olivero" userId="3356e92f-d4c7-44bf-acc4-228650985dd9" providerId="ADAL" clId="{1DA48DC3-AABE-4F36-9B25-8ECD4C303BB7}" dt="2026-03-16T02:37:30.147" v="3146" actId="14100"/>
          <ac:spMkLst>
            <pc:docMk/>
            <pc:sldMk cId="1233375206" sldId="268"/>
            <ac:spMk id="8" creationId="{B35B3496-1B2E-C45C-4236-330D8D891E3A}"/>
          </ac:spMkLst>
        </pc:spChg>
        <pc:spChg chg="add mod">
          <ac:chgData name="Franco Nahuel  Olivero" userId="3356e92f-d4c7-44bf-acc4-228650985dd9" providerId="ADAL" clId="{1DA48DC3-AABE-4F36-9B25-8ECD4C303BB7}" dt="2026-03-16T02:37:40.848" v="3148" actId="14100"/>
          <ac:spMkLst>
            <pc:docMk/>
            <pc:sldMk cId="1233375206" sldId="268"/>
            <ac:spMk id="9" creationId="{E13AEFF2-9310-9C8C-40A5-886F594E348D}"/>
          </ac:spMkLst>
        </pc:spChg>
        <pc:spChg chg="mod">
          <ac:chgData name="Franco Nahuel  Olivero" userId="3356e92f-d4c7-44bf-acc4-228650985dd9" providerId="ADAL" clId="{1DA48DC3-AABE-4F36-9B25-8ECD4C303BB7}" dt="2026-03-16T02:47:30.612" v="3431" actId="114"/>
          <ac:spMkLst>
            <pc:docMk/>
            <pc:sldMk cId="1233375206" sldId="268"/>
            <ac:spMk id="13" creationId="{AC3D2750-D64A-89E9-6BE6-8D1F27172A29}"/>
          </ac:spMkLst>
        </pc:spChg>
        <pc:grpChg chg="mod">
          <ac:chgData name="Franco Nahuel  Olivero" userId="3356e92f-d4c7-44bf-acc4-228650985dd9" providerId="ADAL" clId="{1DA48DC3-AABE-4F36-9B25-8ECD4C303BB7}" dt="2026-03-16T02:40:18.246" v="3248" actId="1076"/>
          <ac:grpSpMkLst>
            <pc:docMk/>
            <pc:sldMk cId="1233375206" sldId="268"/>
            <ac:grpSpMk id="20" creationId="{78B1369F-416D-14FD-9C49-A8E49AB2B7A1}"/>
          </ac:grpSpMkLst>
        </pc:grpChg>
        <pc:picChg chg="add mod">
          <ac:chgData name="Franco Nahuel  Olivero" userId="3356e92f-d4c7-44bf-acc4-228650985dd9" providerId="ADAL" clId="{1DA48DC3-AABE-4F36-9B25-8ECD4C303BB7}" dt="2026-03-16T02:35:18.021" v="3123" actId="1076"/>
          <ac:picMkLst>
            <pc:docMk/>
            <pc:sldMk cId="1233375206" sldId="268"/>
            <ac:picMk id="2" creationId="{B5951BD2-E55E-09B2-62A3-B25BDF32571F}"/>
          </ac:picMkLst>
        </pc:picChg>
        <pc:inkChg chg="add del">
          <ac:chgData name="Franco Nahuel  Olivero" userId="3356e92f-d4c7-44bf-acc4-228650985dd9" providerId="ADAL" clId="{1DA48DC3-AABE-4F36-9B25-8ECD4C303BB7}" dt="2026-03-16T02:32:17.731" v="3042" actId="9405"/>
          <ac:inkMkLst>
            <pc:docMk/>
            <pc:sldMk cId="1233375206" sldId="268"/>
            <ac:inkMk id="3" creationId="{56369150-3E72-228B-7DAB-5D61E2ECDEB8}"/>
          </ac:inkMkLst>
        </pc:inkChg>
      </pc:sldChg>
      <pc:sldChg chg="addSp delSp modSp add mod ord">
        <pc:chgData name="Franco Nahuel  Olivero" userId="3356e92f-d4c7-44bf-acc4-228650985dd9" providerId="ADAL" clId="{1DA48DC3-AABE-4F36-9B25-8ECD4C303BB7}" dt="2026-03-16T03:21:47.684" v="4237" actId="20577"/>
        <pc:sldMkLst>
          <pc:docMk/>
          <pc:sldMk cId="3234913307" sldId="270"/>
        </pc:sldMkLst>
        <pc:spChg chg="add mod">
          <ac:chgData name="Franco Nahuel  Olivero" userId="3356e92f-d4c7-44bf-acc4-228650985dd9" providerId="ADAL" clId="{1DA48DC3-AABE-4F36-9B25-8ECD4C303BB7}" dt="2026-03-16T03:21:47.684" v="4237" actId="20577"/>
          <ac:spMkLst>
            <pc:docMk/>
            <pc:sldMk cId="3234913307" sldId="270"/>
            <ac:spMk id="3" creationId="{1043C268-66D4-61AB-EBFC-8F3890677959}"/>
          </ac:spMkLst>
        </pc:spChg>
        <pc:spChg chg="mod">
          <ac:chgData name="Franco Nahuel  Olivero" userId="3356e92f-d4c7-44bf-acc4-228650985dd9" providerId="ADAL" clId="{1DA48DC3-AABE-4F36-9B25-8ECD4C303BB7}" dt="2026-03-16T02:29:05.030" v="2947" actId="20577"/>
          <ac:spMkLst>
            <pc:docMk/>
            <pc:sldMk cId="3234913307" sldId="270"/>
            <ac:spMk id="13" creationId="{2079D42F-5608-525E-1E65-531113E45836}"/>
          </ac:spMkLst>
        </pc:spChg>
      </pc:sldChg>
      <pc:sldChg chg="addSp delSp modSp add mod">
        <pc:chgData name="Franco Nahuel  Olivero" userId="3356e92f-d4c7-44bf-acc4-228650985dd9" providerId="ADAL" clId="{1DA48DC3-AABE-4F36-9B25-8ECD4C303BB7}" dt="2026-03-16T03:23:20.209" v="4271" actId="1076"/>
        <pc:sldMkLst>
          <pc:docMk/>
          <pc:sldMk cId="2104153816" sldId="271"/>
        </pc:sldMkLst>
        <pc:spChg chg="add mod">
          <ac:chgData name="Franco Nahuel  Olivero" userId="3356e92f-d4c7-44bf-acc4-228650985dd9" providerId="ADAL" clId="{1DA48DC3-AABE-4F36-9B25-8ECD4C303BB7}" dt="2026-03-15T23:47:47.073" v="680" actId="20577"/>
          <ac:spMkLst>
            <pc:docMk/>
            <pc:sldMk cId="2104153816" sldId="271"/>
            <ac:spMk id="2" creationId="{6650ECE1-EE6D-7E3E-F8A2-7E564B6DF864}"/>
          </ac:spMkLst>
        </pc:spChg>
        <pc:spChg chg="add mod">
          <ac:chgData name="Franco Nahuel  Olivero" userId="3356e92f-d4c7-44bf-acc4-228650985dd9" providerId="ADAL" clId="{1DA48DC3-AABE-4F36-9B25-8ECD4C303BB7}" dt="2026-03-16T00:29:11.499" v="1240" actId="20577"/>
          <ac:spMkLst>
            <pc:docMk/>
            <pc:sldMk cId="2104153816" sldId="271"/>
            <ac:spMk id="3" creationId="{D73DE4CC-0B01-EEF4-936E-4B52842E6AB1}"/>
          </ac:spMkLst>
        </pc:spChg>
        <pc:spChg chg="add mod">
          <ac:chgData name="Franco Nahuel  Olivero" userId="3356e92f-d4c7-44bf-acc4-228650985dd9" providerId="ADAL" clId="{1DA48DC3-AABE-4F36-9B25-8ECD4C303BB7}" dt="2026-03-15T23:48:30.812" v="690" actId="1076"/>
          <ac:spMkLst>
            <pc:docMk/>
            <pc:sldMk cId="2104153816" sldId="271"/>
            <ac:spMk id="4" creationId="{8E03F28E-8A53-EE51-B11B-B0FB4798BFB3}"/>
          </ac:spMkLst>
        </pc:spChg>
        <pc:spChg chg="add mod">
          <ac:chgData name="Franco Nahuel  Olivero" userId="3356e92f-d4c7-44bf-acc4-228650985dd9" providerId="ADAL" clId="{1DA48DC3-AABE-4F36-9B25-8ECD4C303BB7}" dt="2026-03-16T00:01:36.451" v="842" actId="14100"/>
          <ac:spMkLst>
            <pc:docMk/>
            <pc:sldMk cId="2104153816" sldId="271"/>
            <ac:spMk id="5" creationId="{553A3600-A6F9-AF18-C04B-CE58376B8DAD}"/>
          </ac:spMkLst>
        </pc:spChg>
        <pc:spChg chg="add del mod">
          <ac:chgData name="Franco Nahuel  Olivero" userId="3356e92f-d4c7-44bf-acc4-228650985dd9" providerId="ADAL" clId="{1DA48DC3-AABE-4F36-9B25-8ECD4C303BB7}" dt="2026-03-16T03:20:21.812" v="4224" actId="478"/>
          <ac:spMkLst>
            <pc:docMk/>
            <pc:sldMk cId="2104153816" sldId="271"/>
            <ac:spMk id="6" creationId="{68ACE36A-8798-75B4-DAAF-67D66E3E5CB6}"/>
          </ac:spMkLst>
        </pc:spChg>
        <pc:spChg chg="add mod">
          <ac:chgData name="Franco Nahuel  Olivero" userId="3356e92f-d4c7-44bf-acc4-228650985dd9" providerId="ADAL" clId="{1DA48DC3-AABE-4F36-9B25-8ECD4C303BB7}" dt="2026-03-16T03:22:40.071" v="4265" actId="20577"/>
          <ac:spMkLst>
            <pc:docMk/>
            <pc:sldMk cId="2104153816" sldId="271"/>
            <ac:spMk id="8" creationId="{0ABD7C63-CF44-1DA4-6506-328B65B9E182}"/>
          </ac:spMkLst>
        </pc:spChg>
        <pc:spChg chg="add mod">
          <ac:chgData name="Franco Nahuel  Olivero" userId="3356e92f-d4c7-44bf-acc4-228650985dd9" providerId="ADAL" clId="{1DA48DC3-AABE-4F36-9B25-8ECD4C303BB7}" dt="2026-03-16T03:23:20.209" v="4271" actId="1076"/>
          <ac:spMkLst>
            <pc:docMk/>
            <pc:sldMk cId="2104153816" sldId="271"/>
            <ac:spMk id="10" creationId="{79B3995C-CDEF-DA73-B5A2-420AB49D33D1}"/>
          </ac:spMkLst>
        </pc:spChg>
        <pc:spChg chg="mod">
          <ac:chgData name="Franco Nahuel  Olivero" userId="3356e92f-d4c7-44bf-acc4-228650985dd9" providerId="ADAL" clId="{1DA48DC3-AABE-4F36-9B25-8ECD4C303BB7}" dt="2026-03-16T02:29:12.498" v="2951" actId="20577"/>
          <ac:spMkLst>
            <pc:docMk/>
            <pc:sldMk cId="2104153816" sldId="271"/>
            <ac:spMk id="13" creationId="{0112059F-F0FD-A265-DA42-E7046E8A8F9F}"/>
          </ac:spMkLst>
        </pc:spChg>
      </pc:sldChg>
      <pc:sldChg chg="addSp delSp modSp add mod">
        <pc:chgData name="Franco Nahuel  Olivero" userId="3356e92f-d4c7-44bf-acc4-228650985dd9" providerId="ADAL" clId="{1DA48DC3-AABE-4F36-9B25-8ECD4C303BB7}" dt="2026-03-16T03:13:19.056" v="4184" actId="1076"/>
        <pc:sldMkLst>
          <pc:docMk/>
          <pc:sldMk cId="4567280" sldId="272"/>
        </pc:sldMkLst>
        <pc:spChg chg="add mod">
          <ac:chgData name="Franco Nahuel  Olivero" userId="3356e92f-d4c7-44bf-acc4-228650985dd9" providerId="ADAL" clId="{1DA48DC3-AABE-4F36-9B25-8ECD4C303BB7}" dt="2026-03-16T03:12:54.871" v="4179"/>
          <ac:spMkLst>
            <pc:docMk/>
            <pc:sldMk cId="4567280" sldId="272"/>
            <ac:spMk id="2" creationId="{9597D7A3-84EA-A248-FBCD-B2B06C825ABA}"/>
          </ac:spMkLst>
        </pc:spChg>
        <pc:spChg chg="add mod">
          <ac:chgData name="Franco Nahuel  Olivero" userId="3356e92f-d4c7-44bf-acc4-228650985dd9" providerId="ADAL" clId="{1DA48DC3-AABE-4F36-9B25-8ECD4C303BB7}" dt="2026-03-16T03:13:19.056" v="4184" actId="1076"/>
          <ac:spMkLst>
            <pc:docMk/>
            <pc:sldMk cId="4567280" sldId="272"/>
            <ac:spMk id="3" creationId="{0C405686-DA1E-D695-1A3C-538E061ADBFD}"/>
          </ac:spMkLst>
        </pc:spChg>
        <pc:spChg chg="add del">
          <ac:chgData name="Franco Nahuel  Olivero" userId="3356e92f-d4c7-44bf-acc4-228650985dd9" providerId="ADAL" clId="{1DA48DC3-AABE-4F36-9B25-8ECD4C303BB7}" dt="2026-03-16T01:51:43.505" v="2241" actId="22"/>
          <ac:spMkLst>
            <pc:docMk/>
            <pc:sldMk cId="4567280" sldId="272"/>
            <ac:spMk id="5" creationId="{1FAB24D8-1685-A34B-7319-C0B63D68BA0A}"/>
          </ac:spMkLst>
        </pc:spChg>
        <pc:spChg chg="add del mod">
          <ac:chgData name="Franco Nahuel  Olivero" userId="3356e92f-d4c7-44bf-acc4-228650985dd9" providerId="ADAL" clId="{1DA48DC3-AABE-4F36-9B25-8ECD4C303BB7}" dt="2026-03-16T01:53:10.125" v="2257" actId="478"/>
          <ac:spMkLst>
            <pc:docMk/>
            <pc:sldMk cId="4567280" sldId="272"/>
            <ac:spMk id="6" creationId="{277B0204-866B-E86A-9749-3E3112A014CB}"/>
          </ac:spMkLst>
        </pc:spChg>
        <pc:spChg chg="add del mod">
          <ac:chgData name="Franco Nahuel  Olivero" userId="3356e92f-d4c7-44bf-acc4-228650985dd9" providerId="ADAL" clId="{1DA48DC3-AABE-4F36-9B25-8ECD4C303BB7}" dt="2026-03-16T01:51:04.727" v="2237"/>
          <ac:spMkLst>
            <pc:docMk/>
            <pc:sldMk cId="4567280" sldId="272"/>
            <ac:spMk id="7" creationId="{51C993C8-EB07-17C1-E06A-1E1EE864C3C7}"/>
          </ac:spMkLst>
        </pc:spChg>
        <pc:spChg chg="add mod">
          <ac:chgData name="Franco Nahuel  Olivero" userId="3356e92f-d4c7-44bf-acc4-228650985dd9" providerId="ADAL" clId="{1DA48DC3-AABE-4F36-9B25-8ECD4C303BB7}" dt="2026-03-16T03:13:13.081" v="4183" actId="1076"/>
          <ac:spMkLst>
            <pc:docMk/>
            <pc:sldMk cId="4567280" sldId="272"/>
            <ac:spMk id="8" creationId="{8B16CF3C-C33A-1A50-1B87-E55F61FC8887}"/>
          </ac:spMkLst>
        </pc:spChg>
        <pc:spChg chg="mod">
          <ac:chgData name="Franco Nahuel  Olivero" userId="3356e92f-d4c7-44bf-acc4-228650985dd9" providerId="ADAL" clId="{1DA48DC3-AABE-4F36-9B25-8ECD4C303BB7}" dt="2026-03-16T02:47:56.098" v="3443" actId="114"/>
          <ac:spMkLst>
            <pc:docMk/>
            <pc:sldMk cId="4567280" sldId="272"/>
            <ac:spMk id="13" creationId="{3942A113-AE9F-4F87-1C01-E1151C9A2381}"/>
          </ac:spMkLst>
        </pc:spChg>
      </pc:sldChg>
      <pc:sldChg chg="addSp delSp modSp add mod ord">
        <pc:chgData name="Franco Nahuel  Olivero" userId="3356e92f-d4c7-44bf-acc4-228650985dd9" providerId="ADAL" clId="{1DA48DC3-AABE-4F36-9B25-8ECD4C303BB7}" dt="2026-03-16T02:48:04.887" v="3447" actId="114"/>
        <pc:sldMkLst>
          <pc:docMk/>
          <pc:sldMk cId="2873667438" sldId="273"/>
        </pc:sldMkLst>
        <pc:spChg chg="mod">
          <ac:chgData name="Franco Nahuel  Olivero" userId="3356e92f-d4c7-44bf-acc4-228650985dd9" providerId="ADAL" clId="{1DA48DC3-AABE-4F36-9B25-8ECD4C303BB7}" dt="2026-03-16T02:48:04.887" v="3447" actId="114"/>
          <ac:spMkLst>
            <pc:docMk/>
            <pc:sldMk cId="2873667438" sldId="273"/>
            <ac:spMk id="13" creationId="{641D98D4-52CD-38C5-9466-0A7022D9D876}"/>
          </ac:spMkLst>
        </pc:spChg>
        <pc:picChg chg="add mod modCrop">
          <ac:chgData name="Franco Nahuel  Olivero" userId="3356e92f-d4c7-44bf-acc4-228650985dd9" providerId="ADAL" clId="{1DA48DC3-AABE-4F36-9B25-8ECD4C303BB7}" dt="2026-03-16T01:37:31.012" v="1891" actId="1076"/>
          <ac:picMkLst>
            <pc:docMk/>
            <pc:sldMk cId="2873667438" sldId="273"/>
            <ac:picMk id="9" creationId="{DD92B2D5-91C8-CBCD-B3EC-5610FD44AC24}"/>
          </ac:picMkLst>
        </pc:picChg>
      </pc:sldChg>
      <pc:sldChg chg="addSp delSp modSp add mod ord">
        <pc:chgData name="Franco Nahuel  Olivero" userId="3356e92f-d4c7-44bf-acc4-228650985dd9" providerId="ADAL" clId="{1DA48DC3-AABE-4F36-9B25-8ECD4C303BB7}" dt="2026-03-16T02:48:08.161" v="3449" actId="114"/>
        <pc:sldMkLst>
          <pc:docMk/>
          <pc:sldMk cId="785587324" sldId="274"/>
        </pc:sldMkLst>
        <pc:spChg chg="add mod">
          <ac:chgData name="Franco Nahuel  Olivero" userId="3356e92f-d4c7-44bf-acc4-228650985dd9" providerId="ADAL" clId="{1DA48DC3-AABE-4F36-9B25-8ECD4C303BB7}" dt="2026-03-16T01:28:40.292" v="1694" actId="1076"/>
          <ac:spMkLst>
            <pc:docMk/>
            <pc:sldMk cId="785587324" sldId="274"/>
            <ac:spMk id="3" creationId="{2DE125F3-BCD5-654E-F50C-C3108FF6BC6B}"/>
          </ac:spMkLst>
        </pc:spChg>
        <pc:spChg chg="add mod">
          <ac:chgData name="Franco Nahuel  Olivero" userId="3356e92f-d4c7-44bf-acc4-228650985dd9" providerId="ADAL" clId="{1DA48DC3-AABE-4F36-9B25-8ECD4C303BB7}" dt="2026-03-16T01:24:01.313" v="1555" actId="1076"/>
          <ac:spMkLst>
            <pc:docMk/>
            <pc:sldMk cId="785587324" sldId="274"/>
            <ac:spMk id="4" creationId="{BC178E0D-0733-3879-135F-9F21E54E0683}"/>
          </ac:spMkLst>
        </pc:spChg>
        <pc:spChg chg="add mod">
          <ac:chgData name="Franco Nahuel  Olivero" userId="3356e92f-d4c7-44bf-acc4-228650985dd9" providerId="ADAL" clId="{1DA48DC3-AABE-4F36-9B25-8ECD4C303BB7}" dt="2026-03-16T01:33:21.871" v="1889" actId="1076"/>
          <ac:spMkLst>
            <pc:docMk/>
            <pc:sldMk cId="785587324" sldId="274"/>
            <ac:spMk id="6" creationId="{09C8C12A-0BFC-E967-8EFD-2D8628E67566}"/>
          </ac:spMkLst>
        </pc:spChg>
        <pc:spChg chg="add mod">
          <ac:chgData name="Franco Nahuel  Olivero" userId="3356e92f-d4c7-44bf-acc4-228650985dd9" providerId="ADAL" clId="{1DA48DC3-AABE-4F36-9B25-8ECD4C303BB7}" dt="2026-03-16T01:28:57.731" v="1698" actId="1076"/>
          <ac:spMkLst>
            <pc:docMk/>
            <pc:sldMk cId="785587324" sldId="274"/>
            <ac:spMk id="7" creationId="{2FEDDC45-2002-2D37-6F87-597E4E5903E2}"/>
          </ac:spMkLst>
        </pc:spChg>
        <pc:spChg chg="add mod">
          <ac:chgData name="Franco Nahuel  Olivero" userId="3356e92f-d4c7-44bf-acc4-228650985dd9" providerId="ADAL" clId="{1DA48DC3-AABE-4F36-9B25-8ECD4C303BB7}" dt="2026-03-16T01:33:01.704" v="1887" actId="1076"/>
          <ac:spMkLst>
            <pc:docMk/>
            <pc:sldMk cId="785587324" sldId="274"/>
            <ac:spMk id="10" creationId="{3281FB33-7EED-58C2-A02B-6B4ABC993DFE}"/>
          </ac:spMkLst>
        </pc:spChg>
        <pc:spChg chg="mod">
          <ac:chgData name="Franco Nahuel  Olivero" userId="3356e92f-d4c7-44bf-acc4-228650985dd9" providerId="ADAL" clId="{1DA48DC3-AABE-4F36-9B25-8ECD4C303BB7}" dt="2026-03-16T02:48:08.161" v="3449" actId="114"/>
          <ac:spMkLst>
            <pc:docMk/>
            <pc:sldMk cId="785587324" sldId="274"/>
            <ac:spMk id="13" creationId="{51393012-5742-5303-DCA0-D48D9C155152}"/>
          </ac:spMkLst>
        </pc:spChg>
        <pc:picChg chg="del mod">
          <ac:chgData name="Franco Nahuel  Olivero" userId="3356e92f-d4c7-44bf-acc4-228650985dd9" providerId="ADAL" clId="{1DA48DC3-AABE-4F36-9B25-8ECD4C303BB7}" dt="2026-03-15T23:53:09.642" v="790" actId="478"/>
          <ac:picMkLst>
            <pc:docMk/>
            <pc:sldMk cId="785587324" sldId="274"/>
            <ac:picMk id="9" creationId="{F1B8C6B7-0193-72AB-85C0-5AC3E672CD54}"/>
          </ac:picMkLst>
        </pc:picChg>
      </pc:sldChg>
      <pc:sldChg chg="add">
        <pc:chgData name="Franco Nahuel  Olivero" userId="3356e92f-d4c7-44bf-acc4-228650985dd9" providerId="ADAL" clId="{1DA48DC3-AABE-4F36-9B25-8ECD4C303BB7}" dt="2026-03-16T00:06:30.856" v="951"/>
        <pc:sldMkLst>
          <pc:docMk/>
          <pc:sldMk cId="2314932243" sldId="275"/>
        </pc:sldMkLst>
      </pc:sldChg>
      <pc:sldChg chg="addSp delSp modSp add mod ord">
        <pc:chgData name="Franco Nahuel  Olivero" userId="3356e92f-d4c7-44bf-acc4-228650985dd9" providerId="ADAL" clId="{1DA48DC3-AABE-4F36-9B25-8ECD4C303BB7}" dt="2026-03-16T03:48:46.486" v="4514" actId="20577"/>
        <pc:sldMkLst>
          <pc:docMk/>
          <pc:sldMk cId="185481759" sldId="276"/>
        </pc:sldMkLst>
        <pc:spChg chg="mod">
          <ac:chgData name="Franco Nahuel  Olivero" userId="3356e92f-d4c7-44bf-acc4-228650985dd9" providerId="ADAL" clId="{1DA48DC3-AABE-4F36-9B25-8ECD4C303BB7}" dt="2026-03-16T00:07:17.639" v="993" actId="14100"/>
          <ac:spMkLst>
            <pc:docMk/>
            <pc:sldMk cId="185481759" sldId="276"/>
            <ac:spMk id="3" creationId="{50B5D605-35BC-B426-ED10-D780DAE39377}"/>
          </ac:spMkLst>
        </pc:spChg>
        <pc:spChg chg="del">
          <ac:chgData name="Franco Nahuel  Olivero" userId="3356e92f-d4c7-44bf-acc4-228650985dd9" providerId="ADAL" clId="{1DA48DC3-AABE-4F36-9B25-8ECD4C303BB7}" dt="2026-03-16T00:07:21.320" v="994" actId="478"/>
          <ac:spMkLst>
            <pc:docMk/>
            <pc:sldMk cId="185481759" sldId="276"/>
            <ac:spMk id="4" creationId="{2A7CE773-FB5E-604F-7F8F-5167CA28D439}"/>
          </ac:spMkLst>
        </pc:spChg>
        <pc:spChg chg="add mod">
          <ac:chgData name="Franco Nahuel  Olivero" userId="3356e92f-d4c7-44bf-acc4-228650985dd9" providerId="ADAL" clId="{1DA48DC3-AABE-4F36-9B25-8ECD4C303BB7}" dt="2026-03-16T03:48:46.486" v="4514" actId="20577"/>
          <ac:spMkLst>
            <pc:docMk/>
            <pc:sldMk cId="185481759" sldId="276"/>
            <ac:spMk id="5" creationId="{880CB029-7135-7E24-B1A0-4A868D5F21BD}"/>
          </ac:spMkLst>
        </pc:spChg>
        <pc:spChg chg="mod">
          <ac:chgData name="Franco Nahuel  Olivero" userId="3356e92f-d4c7-44bf-acc4-228650985dd9" providerId="ADAL" clId="{1DA48DC3-AABE-4F36-9B25-8ECD4C303BB7}" dt="2026-03-16T00:11:07.565" v="1186" actId="20577"/>
          <ac:spMkLst>
            <pc:docMk/>
            <pc:sldMk cId="185481759" sldId="276"/>
            <ac:spMk id="13" creationId="{184F1D05-24BF-FD77-F51A-F60FC7545CDD}"/>
          </ac:spMkLst>
        </pc:spChg>
      </pc:sldChg>
      <pc:sldChg chg="addSp delSp modSp add mod">
        <pc:chgData name="Franco Nahuel  Olivero" userId="3356e92f-d4c7-44bf-acc4-228650985dd9" providerId="ADAL" clId="{1DA48DC3-AABE-4F36-9B25-8ECD4C303BB7}" dt="2026-03-16T03:10:12.452" v="4079" actId="1076"/>
        <pc:sldMkLst>
          <pc:docMk/>
          <pc:sldMk cId="772437411" sldId="277"/>
        </pc:sldMkLst>
        <pc:spChg chg="del">
          <ac:chgData name="Franco Nahuel  Olivero" userId="3356e92f-d4c7-44bf-acc4-228650985dd9" providerId="ADAL" clId="{1DA48DC3-AABE-4F36-9B25-8ECD4C303BB7}" dt="2026-03-16T01:02:12.140" v="1328" actId="478"/>
          <ac:spMkLst>
            <pc:docMk/>
            <pc:sldMk cId="772437411" sldId="277"/>
            <ac:spMk id="3" creationId="{B3A5CD7A-91DE-87DF-3897-5ED3A7B803A4}"/>
          </ac:spMkLst>
        </pc:spChg>
        <pc:spChg chg="del">
          <ac:chgData name="Franco Nahuel  Olivero" userId="3356e92f-d4c7-44bf-acc4-228650985dd9" providerId="ADAL" clId="{1DA48DC3-AABE-4F36-9B25-8ECD4C303BB7}" dt="2026-03-16T01:02:12.140" v="1328" actId="478"/>
          <ac:spMkLst>
            <pc:docMk/>
            <pc:sldMk cId="772437411" sldId="277"/>
            <ac:spMk id="4" creationId="{3B0084F3-F3DF-54C7-5E42-90FE1A11F925}"/>
          </ac:spMkLst>
        </pc:spChg>
        <pc:spChg chg="del">
          <ac:chgData name="Franco Nahuel  Olivero" userId="3356e92f-d4c7-44bf-acc4-228650985dd9" providerId="ADAL" clId="{1DA48DC3-AABE-4F36-9B25-8ECD4C303BB7}" dt="2026-03-16T01:02:09.897" v="1327" actId="478"/>
          <ac:spMkLst>
            <pc:docMk/>
            <pc:sldMk cId="772437411" sldId="277"/>
            <ac:spMk id="5" creationId="{45EA0ACA-B957-8C1D-4A06-226015D94DBA}"/>
          </ac:spMkLst>
        </pc:spChg>
        <pc:spChg chg="del">
          <ac:chgData name="Franco Nahuel  Olivero" userId="3356e92f-d4c7-44bf-acc4-228650985dd9" providerId="ADAL" clId="{1DA48DC3-AABE-4F36-9B25-8ECD4C303BB7}" dt="2026-03-16T01:02:12.140" v="1328" actId="478"/>
          <ac:spMkLst>
            <pc:docMk/>
            <pc:sldMk cId="772437411" sldId="277"/>
            <ac:spMk id="6" creationId="{4F17CD1A-BEF0-9AEC-CAAF-7F4698CA13DD}"/>
          </ac:spMkLst>
        </pc:spChg>
        <pc:spChg chg="mod">
          <ac:chgData name="Franco Nahuel  Olivero" userId="3356e92f-d4c7-44bf-acc4-228650985dd9" providerId="ADAL" clId="{1DA48DC3-AABE-4F36-9B25-8ECD4C303BB7}" dt="2026-03-16T02:48:13.234" v="3451" actId="114"/>
          <ac:spMkLst>
            <pc:docMk/>
            <pc:sldMk cId="772437411" sldId="277"/>
            <ac:spMk id="13" creationId="{8E5C9C4F-24E7-F52A-2289-EFA411AED9BA}"/>
          </ac:spMkLst>
        </pc:spChg>
        <pc:spChg chg="add mod">
          <ac:chgData name="Franco Nahuel  Olivero" userId="3356e92f-d4c7-44bf-acc4-228650985dd9" providerId="ADAL" clId="{1DA48DC3-AABE-4F36-9B25-8ECD4C303BB7}" dt="2026-03-16T03:10:12.452" v="4079" actId="1076"/>
          <ac:spMkLst>
            <pc:docMk/>
            <pc:sldMk cId="772437411" sldId="277"/>
            <ac:spMk id="23" creationId="{1AA62055-171E-A8D2-3209-17A1D2650EDE}"/>
          </ac:spMkLst>
        </pc:spChg>
        <pc:graphicFrameChg chg="add mod">
          <ac:chgData name="Franco Nahuel  Olivero" userId="3356e92f-d4c7-44bf-acc4-228650985dd9" providerId="ADAL" clId="{1DA48DC3-AABE-4F36-9B25-8ECD4C303BB7}" dt="2026-03-16T01:13:23.465" v="1468"/>
          <ac:graphicFrameMkLst>
            <pc:docMk/>
            <pc:sldMk cId="772437411" sldId="277"/>
            <ac:graphicFrameMk id="2" creationId="{6BB339BB-8586-45A6-9C7E-B9D12CD5BA9E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6T01:15:05.100" v="1474"/>
          <ac:graphicFrameMkLst>
            <pc:docMk/>
            <pc:sldMk cId="772437411" sldId="277"/>
            <ac:graphicFrameMk id="9" creationId="{6BB339BB-8586-45A6-9C7E-B9D12CD5BA9E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6T01:15:13.223" v="1479"/>
          <ac:graphicFrameMkLst>
            <pc:docMk/>
            <pc:sldMk cId="772437411" sldId="277"/>
            <ac:graphicFrameMk id="10" creationId="{6BB339BB-8586-45A6-9C7E-B9D12CD5BA9E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6T01:15:55.620" v="1488"/>
          <ac:graphicFrameMkLst>
            <pc:docMk/>
            <pc:sldMk cId="772437411" sldId="277"/>
            <ac:graphicFrameMk id="15" creationId="{6BB339BB-8586-45A6-9C7E-B9D12CD5BA9E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6T01:22:38.663" v="1539"/>
          <ac:graphicFrameMkLst>
            <pc:docMk/>
            <pc:sldMk cId="772437411" sldId="277"/>
            <ac:graphicFrameMk id="19" creationId="{6BB339BB-8586-45A6-9C7E-B9D12CD5BA9E}"/>
          </ac:graphicFrameMkLst>
        </pc:graphicFrameChg>
        <pc:picChg chg="add del mod">
          <ac:chgData name="Franco Nahuel  Olivero" userId="3356e92f-d4c7-44bf-acc4-228650985dd9" providerId="ADAL" clId="{1DA48DC3-AABE-4F36-9B25-8ECD4C303BB7}" dt="2026-03-16T01:15:10.516" v="1476" actId="478"/>
          <ac:picMkLst>
            <pc:docMk/>
            <pc:sldMk cId="772437411" sldId="277"/>
            <ac:picMk id="7" creationId="{62CB57C9-BA2A-0A2B-19C8-8F374A5DEDAC}"/>
          </ac:picMkLst>
        </pc:picChg>
        <pc:picChg chg="del">
          <ac:chgData name="Franco Nahuel  Olivero" userId="3356e92f-d4c7-44bf-acc4-228650985dd9" providerId="ADAL" clId="{1DA48DC3-AABE-4F36-9B25-8ECD4C303BB7}" dt="2026-03-16T01:02:09.019" v="1326" actId="478"/>
          <ac:picMkLst>
            <pc:docMk/>
            <pc:sldMk cId="772437411" sldId="277"/>
            <ac:picMk id="8" creationId="{E1B66082-9F23-A57B-DBC5-F92548855A93}"/>
          </ac:picMkLst>
        </pc:picChg>
        <pc:picChg chg="add del mod">
          <ac:chgData name="Franco Nahuel  Olivero" userId="3356e92f-d4c7-44bf-acc4-228650985dd9" providerId="ADAL" clId="{1DA48DC3-AABE-4F36-9B25-8ECD4C303BB7}" dt="2026-03-16T01:15:53.784" v="1485" actId="478"/>
          <ac:picMkLst>
            <pc:docMk/>
            <pc:sldMk cId="772437411" sldId="277"/>
            <ac:picMk id="14" creationId="{A5066CAF-2E48-D92E-B894-825E9059137E}"/>
          </ac:picMkLst>
        </pc:picChg>
        <pc:picChg chg="del">
          <ac:chgData name="Franco Nahuel  Olivero" userId="3356e92f-d4c7-44bf-acc4-228650985dd9" providerId="ADAL" clId="{1DA48DC3-AABE-4F36-9B25-8ECD4C303BB7}" dt="2026-03-16T01:16:06.742" v="1489" actId="478"/>
          <ac:picMkLst>
            <pc:docMk/>
            <pc:sldMk cId="772437411" sldId="277"/>
            <ac:picMk id="17" creationId="{7BFF006D-BB65-A5C5-F229-D41275DD0E35}"/>
          </ac:picMkLst>
        </pc:picChg>
        <pc:picChg chg="del mod">
          <ac:chgData name="Franco Nahuel  Olivero" userId="3356e92f-d4c7-44bf-acc4-228650985dd9" providerId="ADAL" clId="{1DA48DC3-AABE-4F36-9B25-8ECD4C303BB7}" dt="2026-03-16T01:22:35.493" v="1536" actId="478"/>
          <ac:picMkLst>
            <pc:docMk/>
            <pc:sldMk cId="772437411" sldId="277"/>
            <ac:picMk id="18" creationId="{71A2A39A-DD26-23AF-416C-21F34009F6E8}"/>
          </ac:picMkLst>
        </pc:picChg>
        <pc:picChg chg="add mod">
          <ac:chgData name="Franco Nahuel  Olivero" userId="3356e92f-d4c7-44bf-acc4-228650985dd9" providerId="ADAL" clId="{1DA48DC3-AABE-4F36-9B25-8ECD4C303BB7}" dt="2026-03-16T03:10:05.634" v="4078" actId="1076"/>
          <ac:picMkLst>
            <pc:docMk/>
            <pc:sldMk cId="772437411" sldId="277"/>
            <ac:picMk id="21" creationId="{D0751945-AE34-0A82-E190-E27866C588FD}"/>
          </ac:picMkLst>
        </pc:picChg>
      </pc:sldChg>
      <pc:sldChg chg="add del">
        <pc:chgData name="Franco Nahuel  Olivero" userId="3356e92f-d4c7-44bf-acc4-228650985dd9" providerId="ADAL" clId="{1DA48DC3-AABE-4F36-9B25-8ECD4C303BB7}" dt="2026-03-16T01:02:04.916" v="1324" actId="47"/>
        <pc:sldMkLst>
          <pc:docMk/>
          <pc:sldMk cId="4070513983" sldId="277"/>
        </pc:sldMkLst>
      </pc:sldChg>
      <pc:sldChg chg="addSp delSp modSp add mod">
        <pc:chgData name="Franco Nahuel  Olivero" userId="3356e92f-d4c7-44bf-acc4-228650985dd9" providerId="ADAL" clId="{1DA48DC3-AABE-4F36-9B25-8ECD4C303BB7}" dt="2026-03-16T03:14:21.005" v="4202" actId="20577"/>
        <pc:sldMkLst>
          <pc:docMk/>
          <pc:sldMk cId="3168796734" sldId="278"/>
        </pc:sldMkLst>
        <pc:spChg chg="del">
          <ac:chgData name="Franco Nahuel  Olivero" userId="3356e92f-d4c7-44bf-acc4-228650985dd9" providerId="ADAL" clId="{1DA48DC3-AABE-4F36-9B25-8ECD4C303BB7}" dt="2026-03-16T01:38:48.662" v="1925" actId="478"/>
          <ac:spMkLst>
            <pc:docMk/>
            <pc:sldMk cId="3168796734" sldId="278"/>
            <ac:spMk id="2" creationId="{A6C4B7D4-B28E-83B8-ECCB-55581A264B7C}"/>
          </ac:spMkLst>
        </pc:spChg>
        <pc:spChg chg="add mod">
          <ac:chgData name="Franco Nahuel  Olivero" userId="3356e92f-d4c7-44bf-acc4-228650985dd9" providerId="ADAL" clId="{1DA48DC3-AABE-4F36-9B25-8ECD4C303BB7}" dt="2026-03-16T03:14:21.005" v="4202" actId="20577"/>
          <ac:spMkLst>
            <pc:docMk/>
            <pc:sldMk cId="3168796734" sldId="278"/>
            <ac:spMk id="6" creationId="{EB09ACF1-1C5C-CC91-8E16-A62CE0A6FAB0}"/>
          </ac:spMkLst>
        </pc:spChg>
        <pc:spChg chg="mod">
          <ac:chgData name="Franco Nahuel  Olivero" userId="3356e92f-d4c7-44bf-acc4-228650985dd9" providerId="ADAL" clId="{1DA48DC3-AABE-4F36-9B25-8ECD4C303BB7}" dt="2026-03-16T02:47:52.483" v="3441" actId="114"/>
          <ac:spMkLst>
            <pc:docMk/>
            <pc:sldMk cId="3168796734" sldId="278"/>
            <ac:spMk id="13" creationId="{753C07A0-4836-51FD-902C-487478A7DC75}"/>
          </ac:spMkLst>
        </pc:spChg>
        <pc:picChg chg="add mod modCrop">
          <ac:chgData name="Franco Nahuel  Olivero" userId="3356e92f-d4c7-44bf-acc4-228650985dd9" providerId="ADAL" clId="{1DA48DC3-AABE-4F36-9B25-8ECD4C303BB7}" dt="2026-03-16T02:28:05.912" v="2945" actId="14100"/>
          <ac:picMkLst>
            <pc:docMk/>
            <pc:sldMk cId="3168796734" sldId="278"/>
            <ac:picMk id="3" creationId="{AF51BFD9-A010-F0FF-8F2A-5D38C4EB2439}"/>
          </ac:picMkLst>
        </pc:picChg>
        <pc:picChg chg="add mod modCrop">
          <ac:chgData name="Franco Nahuel  Olivero" userId="3356e92f-d4c7-44bf-acc4-228650985dd9" providerId="ADAL" clId="{1DA48DC3-AABE-4F36-9B25-8ECD4C303BB7}" dt="2026-03-16T01:55:40.109" v="2276" actId="2085"/>
          <ac:picMkLst>
            <pc:docMk/>
            <pc:sldMk cId="3168796734" sldId="278"/>
            <ac:picMk id="4" creationId="{423E2CD3-D8E6-82D9-FEAD-7EE05DE85968}"/>
          </ac:picMkLst>
        </pc:picChg>
      </pc:sldChg>
      <pc:sldChg chg="delSp modSp add mod ord">
        <pc:chgData name="Franco Nahuel  Olivero" userId="3356e92f-d4c7-44bf-acc4-228650985dd9" providerId="ADAL" clId="{1DA48DC3-AABE-4F36-9B25-8ECD4C303BB7}" dt="2026-03-16T02:48:02.006" v="3445" actId="114"/>
        <pc:sldMkLst>
          <pc:docMk/>
          <pc:sldMk cId="2726024806" sldId="279"/>
        </pc:sldMkLst>
        <pc:spChg chg="mod">
          <ac:chgData name="Franco Nahuel  Olivero" userId="3356e92f-d4c7-44bf-acc4-228650985dd9" providerId="ADAL" clId="{1DA48DC3-AABE-4F36-9B25-8ECD4C303BB7}" dt="2026-03-16T02:23:07.718" v="2883" actId="14100"/>
          <ac:spMkLst>
            <pc:docMk/>
            <pc:sldMk cId="2726024806" sldId="279"/>
            <ac:spMk id="3" creationId="{23DDC2BD-C499-326F-7FEF-3AF64D710497}"/>
          </ac:spMkLst>
        </pc:spChg>
        <pc:spChg chg="del">
          <ac:chgData name="Franco Nahuel  Olivero" userId="3356e92f-d4c7-44bf-acc4-228650985dd9" providerId="ADAL" clId="{1DA48DC3-AABE-4F36-9B25-8ECD4C303BB7}" dt="2026-03-16T01:39:48.042" v="1934" actId="478"/>
          <ac:spMkLst>
            <pc:docMk/>
            <pc:sldMk cId="2726024806" sldId="279"/>
            <ac:spMk id="4" creationId="{AC5A73D5-4D8A-0698-E443-D529203EA900}"/>
          </ac:spMkLst>
        </pc:spChg>
        <pc:spChg chg="mod">
          <ac:chgData name="Franco Nahuel  Olivero" userId="3356e92f-d4c7-44bf-acc4-228650985dd9" providerId="ADAL" clId="{1DA48DC3-AABE-4F36-9B25-8ECD4C303BB7}" dt="2026-03-16T02:48:02.006" v="3445" actId="114"/>
          <ac:spMkLst>
            <pc:docMk/>
            <pc:sldMk cId="2726024806" sldId="279"/>
            <ac:spMk id="13" creationId="{62A6A9C4-BD62-7F59-F8A8-6480EABAE4E4}"/>
          </ac:spMkLst>
        </pc:spChg>
        <pc:picChg chg="mod">
          <ac:chgData name="Franco Nahuel  Olivero" userId="3356e92f-d4c7-44bf-acc4-228650985dd9" providerId="ADAL" clId="{1DA48DC3-AABE-4F36-9B25-8ECD4C303BB7}" dt="2026-03-16T01:39:32.359" v="1930" actId="1076"/>
          <ac:picMkLst>
            <pc:docMk/>
            <pc:sldMk cId="2726024806" sldId="279"/>
            <ac:picMk id="2" creationId="{1E17DD05-409A-589F-A54B-72B7ED5774DA}"/>
          </ac:picMkLst>
        </pc:picChg>
      </pc:sldChg>
      <pc:sldChg chg="addSp delSp modSp add mod">
        <pc:chgData name="Franco Nahuel  Olivero" userId="3356e92f-d4c7-44bf-acc4-228650985dd9" providerId="ADAL" clId="{1DA48DC3-AABE-4F36-9B25-8ECD4C303BB7}" dt="2026-03-16T03:34:13.046" v="4487" actId="1076"/>
        <pc:sldMkLst>
          <pc:docMk/>
          <pc:sldMk cId="2489151258" sldId="280"/>
        </pc:sldMkLst>
        <pc:spChg chg="add mod">
          <ac:chgData name="Franco Nahuel  Olivero" userId="3356e92f-d4c7-44bf-acc4-228650985dd9" providerId="ADAL" clId="{1DA48DC3-AABE-4F36-9B25-8ECD4C303BB7}" dt="2026-03-16T03:34:13.046" v="4487" actId="1076"/>
          <ac:spMkLst>
            <pc:docMk/>
            <pc:sldMk cId="2489151258" sldId="280"/>
            <ac:spMk id="2" creationId="{DDA190F4-9D03-6329-2883-0F55025BEDF5}"/>
          </ac:spMkLst>
        </pc:spChg>
        <pc:spChg chg="add mod">
          <ac:chgData name="Franco Nahuel  Olivero" userId="3356e92f-d4c7-44bf-acc4-228650985dd9" providerId="ADAL" clId="{1DA48DC3-AABE-4F36-9B25-8ECD4C303BB7}" dt="2026-03-16T02:24:53.263" v="2899" actId="1076"/>
          <ac:spMkLst>
            <pc:docMk/>
            <pc:sldMk cId="2489151258" sldId="280"/>
            <ac:spMk id="5" creationId="{DFA7912D-2EAC-564C-8EF9-3ABF63D7C403}"/>
          </ac:spMkLst>
        </pc:spChg>
        <pc:spChg chg="add del mod">
          <ac:chgData name="Franco Nahuel  Olivero" userId="3356e92f-d4c7-44bf-acc4-228650985dd9" providerId="ADAL" clId="{1DA48DC3-AABE-4F36-9B25-8ECD4C303BB7}" dt="2026-03-16T01:50:28.485" v="2225" actId="21"/>
          <ac:spMkLst>
            <pc:docMk/>
            <pc:sldMk cId="2489151258" sldId="280"/>
            <ac:spMk id="7" creationId="{51C993C8-EB07-17C1-E06A-1E1EE864C3C7}"/>
          </ac:spMkLst>
        </pc:spChg>
        <pc:spChg chg="add mod">
          <ac:chgData name="Franco Nahuel  Olivero" userId="3356e92f-d4c7-44bf-acc4-228650985dd9" providerId="ADAL" clId="{1DA48DC3-AABE-4F36-9B25-8ECD4C303BB7}" dt="2026-03-16T02:26:01.065" v="2906" actId="14100"/>
          <ac:spMkLst>
            <pc:docMk/>
            <pc:sldMk cId="2489151258" sldId="280"/>
            <ac:spMk id="8" creationId="{6F5F07C7-B60B-737C-80C1-CC2194BB0AD2}"/>
          </ac:spMkLst>
        </pc:spChg>
        <pc:spChg chg="add mod">
          <ac:chgData name="Franco Nahuel  Olivero" userId="3356e92f-d4c7-44bf-acc4-228650985dd9" providerId="ADAL" clId="{1DA48DC3-AABE-4F36-9B25-8ECD4C303BB7}" dt="2026-03-16T02:26:09.248" v="2924" actId="1038"/>
          <ac:spMkLst>
            <pc:docMk/>
            <pc:sldMk cId="2489151258" sldId="280"/>
            <ac:spMk id="9" creationId="{913C0FC3-FB73-C9A9-5566-92510B9EFED0}"/>
          </ac:spMkLst>
        </pc:spChg>
        <pc:spChg chg="add mod">
          <ac:chgData name="Franco Nahuel  Olivero" userId="3356e92f-d4c7-44bf-acc4-228650985dd9" providerId="ADAL" clId="{1DA48DC3-AABE-4F36-9B25-8ECD4C303BB7}" dt="2026-03-16T02:26:30.688" v="2943" actId="1036"/>
          <ac:spMkLst>
            <pc:docMk/>
            <pc:sldMk cId="2489151258" sldId="280"/>
            <ac:spMk id="10" creationId="{F4A6EA5F-95DB-C1A6-EF8A-E4DD8A99FAAA}"/>
          </ac:spMkLst>
        </pc:spChg>
        <pc:spChg chg="mod">
          <ac:chgData name="Franco Nahuel  Olivero" userId="3356e92f-d4c7-44bf-acc4-228650985dd9" providerId="ADAL" clId="{1DA48DC3-AABE-4F36-9B25-8ECD4C303BB7}" dt="2026-03-16T02:47:44.271" v="3437" actId="114"/>
          <ac:spMkLst>
            <pc:docMk/>
            <pc:sldMk cId="2489151258" sldId="280"/>
            <ac:spMk id="13" creationId="{5D48F7B1-6BDB-27F5-10F9-CFAFBE4C438D}"/>
          </ac:spMkLst>
        </pc:spChg>
        <pc:spChg chg="add mod">
          <ac:chgData name="Franco Nahuel  Olivero" userId="3356e92f-d4c7-44bf-acc4-228650985dd9" providerId="ADAL" clId="{1DA48DC3-AABE-4F36-9B25-8ECD4C303BB7}" dt="2026-03-16T02:26:30.688" v="2943" actId="1036"/>
          <ac:spMkLst>
            <pc:docMk/>
            <pc:sldMk cId="2489151258" sldId="280"/>
            <ac:spMk id="14" creationId="{4DFD3D25-4CA3-D499-E097-F3EFF76A56F6}"/>
          </ac:spMkLst>
        </pc:spChg>
        <pc:picChg chg="del">
          <ac:chgData name="Franco Nahuel  Olivero" userId="3356e92f-d4c7-44bf-acc4-228650985dd9" providerId="ADAL" clId="{1DA48DC3-AABE-4F36-9B25-8ECD4C303BB7}" dt="2026-03-16T01:47:55.429" v="2171" actId="478"/>
          <ac:picMkLst>
            <pc:docMk/>
            <pc:sldMk cId="2489151258" sldId="280"/>
            <ac:picMk id="3" creationId="{2370D37F-D10B-8A34-30DB-F4F53E6A2BDA}"/>
          </ac:picMkLst>
        </pc:picChg>
        <pc:picChg chg="del">
          <ac:chgData name="Franco Nahuel  Olivero" userId="3356e92f-d4c7-44bf-acc4-228650985dd9" providerId="ADAL" clId="{1DA48DC3-AABE-4F36-9B25-8ECD4C303BB7}" dt="2026-03-16T01:47:55.944" v="2172" actId="478"/>
          <ac:picMkLst>
            <pc:docMk/>
            <pc:sldMk cId="2489151258" sldId="280"/>
            <ac:picMk id="4" creationId="{F9B63AD5-F3FE-BE1F-F01B-D3DE6C1EB679}"/>
          </ac:picMkLst>
        </pc:picChg>
      </pc:sldChg>
      <pc:sldChg chg="modSp add mod">
        <pc:chgData name="Franco Nahuel  Olivero" userId="3356e92f-d4c7-44bf-acc4-228650985dd9" providerId="ADAL" clId="{1DA48DC3-AABE-4F36-9B25-8ECD4C303BB7}" dt="2026-03-16T02:47:47.160" v="3439" actId="114"/>
        <pc:sldMkLst>
          <pc:docMk/>
          <pc:sldMk cId="2771607403" sldId="281"/>
        </pc:sldMkLst>
        <pc:spChg chg="mod">
          <ac:chgData name="Franco Nahuel  Olivero" userId="3356e92f-d4c7-44bf-acc4-228650985dd9" providerId="ADAL" clId="{1DA48DC3-AABE-4F36-9B25-8ECD4C303BB7}" dt="2026-03-16T02:23:49.613" v="2897" actId="1035"/>
          <ac:spMkLst>
            <pc:docMk/>
            <pc:sldMk cId="2771607403" sldId="281"/>
            <ac:spMk id="3" creationId="{E908CE84-A645-6DBB-8319-15ECC5F66882}"/>
          </ac:spMkLst>
        </pc:spChg>
        <pc:spChg chg="mod">
          <ac:chgData name="Franco Nahuel  Olivero" userId="3356e92f-d4c7-44bf-acc4-228650985dd9" providerId="ADAL" clId="{1DA48DC3-AABE-4F36-9B25-8ECD4C303BB7}" dt="2026-03-16T02:47:47.160" v="3439" actId="114"/>
          <ac:spMkLst>
            <pc:docMk/>
            <pc:sldMk cId="2771607403" sldId="281"/>
            <ac:spMk id="13" creationId="{0DF2B0F2-614C-E23F-D6DA-EC5A8A595FED}"/>
          </ac:spMkLst>
        </pc:spChg>
        <pc:picChg chg="mod">
          <ac:chgData name="Franco Nahuel  Olivero" userId="3356e92f-d4c7-44bf-acc4-228650985dd9" providerId="ADAL" clId="{1DA48DC3-AABE-4F36-9B25-8ECD4C303BB7}" dt="2026-03-16T02:23:42.945" v="2894" actId="1076"/>
          <ac:picMkLst>
            <pc:docMk/>
            <pc:sldMk cId="2771607403" sldId="281"/>
            <ac:picMk id="2" creationId="{04C3F8B8-202F-DB49-6693-75BFF5CBC5CE}"/>
          </ac:picMkLst>
        </pc:picChg>
      </pc:sldChg>
      <pc:sldChg chg="delSp modSp add del mod">
        <pc:chgData name="Franco Nahuel  Olivero" userId="3356e92f-d4c7-44bf-acc4-228650985dd9" providerId="ADAL" clId="{1DA48DC3-AABE-4F36-9B25-8ECD4C303BB7}" dt="2026-03-16T02:21:07.967" v="2841" actId="47"/>
        <pc:sldMkLst>
          <pc:docMk/>
          <pc:sldMk cId="3595102725" sldId="281"/>
        </pc:sldMkLst>
        <pc:spChg chg="del mod">
          <ac:chgData name="Franco Nahuel  Olivero" userId="3356e92f-d4c7-44bf-acc4-228650985dd9" providerId="ADAL" clId="{1DA48DC3-AABE-4F36-9B25-8ECD4C303BB7}" dt="2026-03-16T02:20:58.148" v="2840" actId="478"/>
          <ac:spMkLst>
            <pc:docMk/>
            <pc:sldMk cId="3595102725" sldId="281"/>
            <ac:spMk id="2" creationId="{7F4E1E58-F96D-A268-4992-5CB22D9333D3}"/>
          </ac:spMkLst>
        </pc:spChg>
      </pc:sldChg>
      <pc:sldChg chg="addSp delSp modSp add mod">
        <pc:chgData name="Franco Nahuel  Olivero" userId="3356e92f-d4c7-44bf-acc4-228650985dd9" providerId="ADAL" clId="{1DA48DC3-AABE-4F36-9B25-8ECD4C303BB7}" dt="2026-03-16T02:47:26.839" v="3429" actId="114"/>
        <pc:sldMkLst>
          <pc:docMk/>
          <pc:sldMk cId="1952308949" sldId="282"/>
        </pc:sldMkLst>
        <pc:spChg chg="del">
          <ac:chgData name="Franco Nahuel  Olivero" userId="3356e92f-d4c7-44bf-acc4-228650985dd9" providerId="ADAL" clId="{1DA48DC3-AABE-4F36-9B25-8ECD4C303BB7}" dt="2026-03-16T02:34:30.412" v="3116" actId="478"/>
          <ac:spMkLst>
            <pc:docMk/>
            <pc:sldMk cId="1952308949" sldId="282"/>
            <ac:spMk id="4" creationId="{787FE711-0E11-FADD-A607-BB0B1544F28A}"/>
          </ac:spMkLst>
        </pc:spChg>
        <pc:spChg chg="add mod">
          <ac:chgData name="Franco Nahuel  Olivero" userId="3356e92f-d4c7-44bf-acc4-228650985dd9" providerId="ADAL" clId="{1DA48DC3-AABE-4F36-9B25-8ECD4C303BB7}" dt="2026-03-16T02:36:19.761" v="3133"/>
          <ac:spMkLst>
            <pc:docMk/>
            <pc:sldMk cId="1952308949" sldId="282"/>
            <ac:spMk id="5" creationId="{378668A4-FA09-5F2B-0F00-383ED1EC595A}"/>
          </ac:spMkLst>
        </pc:spChg>
        <pc:spChg chg="add mod">
          <ac:chgData name="Franco Nahuel  Olivero" userId="3356e92f-d4c7-44bf-acc4-228650985dd9" providerId="ADAL" clId="{1DA48DC3-AABE-4F36-9B25-8ECD4C303BB7}" dt="2026-03-16T02:36:19.761" v="3133"/>
          <ac:spMkLst>
            <pc:docMk/>
            <pc:sldMk cId="1952308949" sldId="282"/>
            <ac:spMk id="6" creationId="{4F197750-0FA4-4507-9059-7DFBE4C080D0}"/>
          </ac:spMkLst>
        </pc:spChg>
        <pc:spChg chg="del mod">
          <ac:chgData name="Franco Nahuel  Olivero" userId="3356e92f-d4c7-44bf-acc4-228650985dd9" providerId="ADAL" clId="{1DA48DC3-AABE-4F36-9B25-8ECD4C303BB7}" dt="2026-03-16T02:34:30.952" v="3118" actId="478"/>
          <ac:spMkLst>
            <pc:docMk/>
            <pc:sldMk cId="1952308949" sldId="282"/>
            <ac:spMk id="7" creationId="{027C21B8-4A42-E12E-E084-870599A7255D}"/>
          </ac:spMkLst>
        </pc:spChg>
        <pc:spChg chg="add mod">
          <ac:chgData name="Franco Nahuel  Olivero" userId="3356e92f-d4c7-44bf-acc4-228650985dd9" providerId="ADAL" clId="{1DA48DC3-AABE-4F36-9B25-8ECD4C303BB7}" dt="2026-03-16T02:36:26.666" v="3135" actId="571"/>
          <ac:spMkLst>
            <pc:docMk/>
            <pc:sldMk cId="1952308949" sldId="282"/>
            <ac:spMk id="8" creationId="{1148EA6C-4C5C-32E5-506F-1D4E2CE24192}"/>
          </ac:spMkLst>
        </pc:spChg>
        <pc:spChg chg="add mod">
          <ac:chgData name="Franco Nahuel  Olivero" userId="3356e92f-d4c7-44bf-acc4-228650985dd9" providerId="ADAL" clId="{1DA48DC3-AABE-4F36-9B25-8ECD4C303BB7}" dt="2026-03-16T02:36:26.666" v="3135" actId="571"/>
          <ac:spMkLst>
            <pc:docMk/>
            <pc:sldMk cId="1952308949" sldId="282"/>
            <ac:spMk id="9" creationId="{2CB3479B-D2CB-312F-ECAF-78C04BE695B7}"/>
          </ac:spMkLst>
        </pc:spChg>
        <pc:spChg chg="add mod">
          <ac:chgData name="Franco Nahuel  Olivero" userId="3356e92f-d4c7-44bf-acc4-228650985dd9" providerId="ADAL" clId="{1DA48DC3-AABE-4F36-9B25-8ECD4C303BB7}" dt="2026-03-16T02:42:26.370" v="3288" actId="1076"/>
          <ac:spMkLst>
            <pc:docMk/>
            <pc:sldMk cId="1952308949" sldId="282"/>
            <ac:spMk id="10" creationId="{6571702B-DCFC-67C1-BF0F-FCE88C3A321A}"/>
          </ac:spMkLst>
        </pc:spChg>
        <pc:spChg chg="mod">
          <ac:chgData name="Franco Nahuel  Olivero" userId="3356e92f-d4c7-44bf-acc4-228650985dd9" providerId="ADAL" clId="{1DA48DC3-AABE-4F36-9B25-8ECD4C303BB7}" dt="2026-03-16T02:47:26.839" v="3429" actId="114"/>
          <ac:spMkLst>
            <pc:docMk/>
            <pc:sldMk cId="1952308949" sldId="282"/>
            <ac:spMk id="13" creationId="{A79CFBFB-5DEA-67B8-285B-2C80964E9049}"/>
          </ac:spMkLst>
        </pc:spChg>
        <pc:spChg chg="add mod">
          <ac:chgData name="Franco Nahuel  Olivero" userId="3356e92f-d4c7-44bf-acc4-228650985dd9" providerId="ADAL" clId="{1DA48DC3-AABE-4F36-9B25-8ECD4C303BB7}" dt="2026-03-16T02:42:26.752" v="3289" actId="14100"/>
          <ac:spMkLst>
            <pc:docMk/>
            <pc:sldMk cId="1952308949" sldId="282"/>
            <ac:spMk id="14" creationId="{41B164E8-A3B9-F348-9174-93E8217ACCFE}"/>
          </ac:spMkLst>
        </pc:spChg>
        <pc:picChg chg="del">
          <ac:chgData name="Franco Nahuel  Olivero" userId="3356e92f-d4c7-44bf-acc4-228650985dd9" providerId="ADAL" clId="{1DA48DC3-AABE-4F36-9B25-8ECD4C303BB7}" dt="2026-03-16T02:34:29.703" v="3115" actId="478"/>
          <ac:picMkLst>
            <pc:docMk/>
            <pc:sldMk cId="1952308949" sldId="282"/>
            <ac:picMk id="2" creationId="{2432A770-F71B-8C2E-1050-8CE2E3FFA52D}"/>
          </ac:picMkLst>
        </pc:picChg>
        <pc:picChg chg="add mod">
          <ac:chgData name="Franco Nahuel  Olivero" userId="3356e92f-d4c7-44bf-acc4-228650985dd9" providerId="ADAL" clId="{1DA48DC3-AABE-4F36-9B25-8ECD4C303BB7}" dt="2026-03-16T02:35:44.265" v="3132" actId="1076"/>
          <ac:picMkLst>
            <pc:docMk/>
            <pc:sldMk cId="1952308949" sldId="282"/>
            <ac:picMk id="3" creationId="{2A1C3BDA-ABC8-96F0-9C2F-AACCE59BB651}"/>
          </ac:picMkLst>
        </pc:picChg>
      </pc:sldChg>
      <pc:sldChg chg="addSp delSp modSp add mod">
        <pc:chgData name="Franco Nahuel  Olivero" userId="3356e92f-d4c7-44bf-acc4-228650985dd9" providerId="ADAL" clId="{1DA48DC3-AABE-4F36-9B25-8ECD4C303BB7}" dt="2026-03-16T02:49:26.949" v="3480" actId="14100"/>
        <pc:sldMkLst>
          <pc:docMk/>
          <pc:sldMk cId="326205698" sldId="283"/>
        </pc:sldMkLst>
        <pc:spChg chg="del">
          <ac:chgData name="Franco Nahuel  Olivero" userId="3356e92f-d4c7-44bf-acc4-228650985dd9" providerId="ADAL" clId="{1DA48DC3-AABE-4F36-9B25-8ECD4C303BB7}" dt="2026-03-16T02:38:07.692" v="3151" actId="478"/>
          <ac:spMkLst>
            <pc:docMk/>
            <pc:sldMk cId="326205698" sldId="283"/>
            <ac:spMk id="5" creationId="{37F49ECE-C4A7-07A7-BB17-8A0823D35D9B}"/>
          </ac:spMkLst>
        </pc:spChg>
        <pc:spChg chg="del">
          <ac:chgData name="Franco Nahuel  Olivero" userId="3356e92f-d4c7-44bf-acc4-228650985dd9" providerId="ADAL" clId="{1DA48DC3-AABE-4F36-9B25-8ECD4C303BB7}" dt="2026-03-16T02:38:07.692" v="3151" actId="478"/>
          <ac:spMkLst>
            <pc:docMk/>
            <pc:sldMk cId="326205698" sldId="283"/>
            <ac:spMk id="6" creationId="{096231A2-6CB4-E989-BF16-57CA37553EFF}"/>
          </ac:spMkLst>
        </pc:spChg>
        <pc:spChg chg="del">
          <ac:chgData name="Franco Nahuel  Olivero" userId="3356e92f-d4c7-44bf-acc4-228650985dd9" providerId="ADAL" clId="{1DA48DC3-AABE-4F36-9B25-8ECD4C303BB7}" dt="2026-03-16T02:38:05.530" v="3150" actId="478"/>
          <ac:spMkLst>
            <pc:docMk/>
            <pc:sldMk cId="326205698" sldId="283"/>
            <ac:spMk id="10" creationId="{9C9F5D64-53C0-D66D-EF82-37BFA52A80AC}"/>
          </ac:spMkLst>
        </pc:spChg>
        <pc:spChg chg="mod">
          <ac:chgData name="Franco Nahuel  Olivero" userId="3356e92f-d4c7-44bf-acc4-228650985dd9" providerId="ADAL" clId="{1DA48DC3-AABE-4F36-9B25-8ECD4C303BB7}" dt="2026-03-16T02:44:57.666" v="3392" actId="20577"/>
          <ac:spMkLst>
            <pc:docMk/>
            <pc:sldMk cId="326205698" sldId="283"/>
            <ac:spMk id="13" creationId="{36BA88D3-1415-986B-06F5-74DCCF9E04D4}"/>
          </ac:spMkLst>
        </pc:spChg>
        <pc:spChg chg="del">
          <ac:chgData name="Franco Nahuel  Olivero" userId="3356e92f-d4c7-44bf-acc4-228650985dd9" providerId="ADAL" clId="{1DA48DC3-AABE-4F36-9B25-8ECD4C303BB7}" dt="2026-03-16T02:38:07.692" v="3151" actId="478"/>
          <ac:spMkLst>
            <pc:docMk/>
            <pc:sldMk cId="326205698" sldId="283"/>
            <ac:spMk id="14" creationId="{F089384B-806C-985E-FBCA-03E22CC3F0DD}"/>
          </ac:spMkLst>
        </pc:spChg>
        <pc:grpChg chg="add mod">
          <ac:chgData name="Franco Nahuel  Olivero" userId="3356e92f-d4c7-44bf-acc4-228650985dd9" providerId="ADAL" clId="{1DA48DC3-AABE-4F36-9B25-8ECD4C303BB7}" dt="2026-03-16T02:49:26.949" v="3480" actId="14100"/>
          <ac:grpSpMkLst>
            <pc:docMk/>
            <pc:sldMk cId="326205698" sldId="283"/>
            <ac:grpSpMk id="8" creationId="{7F5B7B41-B296-1454-6E4F-B4EC69F5730D}"/>
          </ac:grpSpMkLst>
        </pc:grpChg>
        <pc:picChg chg="add mod">
          <ac:chgData name="Franco Nahuel  Olivero" userId="3356e92f-d4c7-44bf-acc4-228650985dd9" providerId="ADAL" clId="{1DA48DC3-AABE-4F36-9B25-8ECD4C303BB7}" dt="2026-03-16T02:42:27.201" v="3290"/>
          <ac:picMkLst>
            <pc:docMk/>
            <pc:sldMk cId="326205698" sldId="283"/>
            <ac:picMk id="2" creationId="{1AAB5D13-73F8-429C-02A0-C8729C6780C5}"/>
          </ac:picMkLst>
        </pc:picChg>
        <pc:picChg chg="del">
          <ac:chgData name="Franco Nahuel  Olivero" userId="3356e92f-d4c7-44bf-acc4-228650985dd9" providerId="ADAL" clId="{1DA48DC3-AABE-4F36-9B25-8ECD4C303BB7}" dt="2026-03-16T02:38:08.295" v="3152" actId="478"/>
          <ac:picMkLst>
            <pc:docMk/>
            <pc:sldMk cId="326205698" sldId="283"/>
            <ac:picMk id="3" creationId="{61C97C9A-7E14-FAE1-852B-944E5FDE6486}"/>
          </ac:picMkLst>
        </pc:picChg>
        <pc:picChg chg="add mod modCrop">
          <ac:chgData name="Franco Nahuel  Olivero" userId="3356e92f-d4c7-44bf-acc4-228650985dd9" providerId="ADAL" clId="{1DA48DC3-AABE-4F36-9B25-8ECD4C303BB7}" dt="2026-03-16T02:46:31.346" v="3398" actId="2085"/>
          <ac:picMkLst>
            <pc:docMk/>
            <pc:sldMk cId="326205698" sldId="283"/>
            <ac:picMk id="4" creationId="{768DA63E-5A42-56FC-5E9D-90844F0ACC14}"/>
          </ac:picMkLst>
        </pc:picChg>
        <pc:picChg chg="add mod modCrop">
          <ac:chgData name="Franco Nahuel  Olivero" userId="3356e92f-d4c7-44bf-acc4-228650985dd9" providerId="ADAL" clId="{1DA48DC3-AABE-4F36-9B25-8ECD4C303BB7}" dt="2026-03-16T02:46:31.346" v="3398" actId="2085"/>
          <ac:picMkLst>
            <pc:docMk/>
            <pc:sldMk cId="326205698" sldId="283"/>
            <ac:picMk id="7" creationId="{B13BB5EB-076E-2F90-45EB-032C1AFB8E56}"/>
          </ac:picMkLst>
        </pc:picChg>
      </pc:sldChg>
      <pc:sldChg chg="delSp modSp add mod">
        <pc:chgData name="Franco Nahuel  Olivero" userId="3356e92f-d4c7-44bf-acc4-228650985dd9" providerId="ADAL" clId="{1DA48DC3-AABE-4F36-9B25-8ECD4C303BB7}" dt="2026-03-16T03:16:32.390" v="4205" actId="14100"/>
        <pc:sldMkLst>
          <pc:docMk/>
          <pc:sldMk cId="299010702" sldId="284"/>
        </pc:sldMkLst>
        <pc:spChg chg="mod">
          <ac:chgData name="Franco Nahuel  Olivero" userId="3356e92f-d4c7-44bf-acc4-228650985dd9" providerId="ADAL" clId="{1DA48DC3-AABE-4F36-9B25-8ECD4C303BB7}" dt="2026-03-16T03:16:10.469" v="4203" actId="122"/>
          <ac:spMkLst>
            <pc:docMk/>
            <pc:sldMk cId="299010702" sldId="284"/>
            <ac:spMk id="13" creationId="{31BAAF3E-D9E9-61B8-1E2D-D7B2E8E9E160}"/>
          </ac:spMkLst>
        </pc:spChg>
        <pc:spChg chg="del">
          <ac:chgData name="Franco Nahuel  Olivero" userId="3356e92f-d4c7-44bf-acc4-228650985dd9" providerId="ADAL" clId="{1DA48DC3-AABE-4F36-9B25-8ECD4C303BB7}" dt="2026-03-16T02:39:25.632" v="3241" actId="478"/>
          <ac:spMkLst>
            <pc:docMk/>
            <pc:sldMk cId="299010702" sldId="284"/>
            <ac:spMk id="22" creationId="{1CFD8CC7-A741-37BA-85CB-18E4C99065EC}"/>
          </ac:spMkLst>
        </pc:spChg>
        <pc:grpChg chg="mod">
          <ac:chgData name="Franco Nahuel  Olivero" userId="3356e92f-d4c7-44bf-acc4-228650985dd9" providerId="ADAL" clId="{1DA48DC3-AABE-4F36-9B25-8ECD4C303BB7}" dt="2026-03-16T03:16:32.390" v="4205" actId="14100"/>
          <ac:grpSpMkLst>
            <pc:docMk/>
            <pc:sldMk cId="299010702" sldId="284"/>
            <ac:grpSpMk id="20" creationId="{934D5F1E-AAD7-AB8F-0C66-961CBAD87AF3}"/>
          </ac:grpSpMkLst>
        </pc:grpChg>
        <pc:picChg chg="mod">
          <ac:chgData name="Franco Nahuel  Olivero" userId="3356e92f-d4c7-44bf-acc4-228650985dd9" providerId="ADAL" clId="{1DA48DC3-AABE-4F36-9B25-8ECD4C303BB7}" dt="2026-03-16T02:47:02.360" v="3413" actId="1036"/>
          <ac:picMkLst>
            <pc:docMk/>
            <pc:sldMk cId="299010702" sldId="284"/>
            <ac:picMk id="11" creationId="{01F804F7-DB83-9B74-17A6-3409F21A1663}"/>
          </ac:picMkLst>
        </pc:picChg>
        <pc:picChg chg="mod">
          <ac:chgData name="Franco Nahuel  Olivero" userId="3356e92f-d4c7-44bf-acc4-228650985dd9" providerId="ADAL" clId="{1DA48DC3-AABE-4F36-9B25-8ECD4C303BB7}" dt="2026-03-16T02:47:02.360" v="3413" actId="1036"/>
          <ac:picMkLst>
            <pc:docMk/>
            <pc:sldMk cId="299010702" sldId="284"/>
            <ac:picMk id="12" creationId="{9B25A992-89BD-4089-1B89-3FFED2F0C57B}"/>
          </ac:picMkLst>
        </pc:picChg>
      </pc:sldChg>
      <pc:sldChg chg="addSp modSp add mod">
        <pc:chgData name="Franco Nahuel  Olivero" userId="3356e92f-d4c7-44bf-acc4-228650985dd9" providerId="ADAL" clId="{1DA48DC3-AABE-4F36-9B25-8ECD4C303BB7}" dt="2026-03-16T03:43:14.688" v="4510" actId="14100"/>
        <pc:sldMkLst>
          <pc:docMk/>
          <pc:sldMk cId="1938739112" sldId="285"/>
        </pc:sldMkLst>
        <pc:spChg chg="mod">
          <ac:chgData name="Franco Nahuel  Olivero" userId="3356e92f-d4c7-44bf-acc4-228650985dd9" providerId="ADAL" clId="{1DA48DC3-AABE-4F36-9B25-8ECD4C303BB7}" dt="2026-03-16T02:40:14.067" v="3246" actId="14100"/>
          <ac:spMkLst>
            <pc:docMk/>
            <pc:sldMk cId="1938739112" sldId="285"/>
            <ac:spMk id="3" creationId="{A0F69282-5039-2547-4AF6-59D343B402BF}"/>
          </ac:spMkLst>
        </pc:spChg>
        <pc:spChg chg="add mod">
          <ac:chgData name="Franco Nahuel  Olivero" userId="3356e92f-d4c7-44bf-acc4-228650985dd9" providerId="ADAL" clId="{1DA48DC3-AABE-4F36-9B25-8ECD4C303BB7}" dt="2026-03-16T03:43:14.688" v="4510" actId="14100"/>
          <ac:spMkLst>
            <pc:docMk/>
            <pc:sldMk cId="1938739112" sldId="285"/>
            <ac:spMk id="4" creationId="{912C440A-8156-DBA2-8C79-A6E055A20A9C}"/>
          </ac:spMkLst>
        </pc:spChg>
        <pc:spChg chg="mod">
          <ac:chgData name="Franco Nahuel  Olivero" userId="3356e92f-d4c7-44bf-acc4-228650985dd9" providerId="ADAL" clId="{1DA48DC3-AABE-4F36-9B25-8ECD4C303BB7}" dt="2026-03-16T03:42:44.526" v="4499" actId="20577"/>
          <ac:spMkLst>
            <pc:docMk/>
            <pc:sldMk cId="1938739112" sldId="285"/>
            <ac:spMk id="13" creationId="{0C865585-6A7F-75C9-A43A-BF03748A6A7B}"/>
          </ac:spMkLst>
        </pc:spChg>
        <pc:picChg chg="mod">
          <ac:chgData name="Franco Nahuel  Olivero" userId="3356e92f-d4c7-44bf-acc4-228650985dd9" providerId="ADAL" clId="{1DA48DC3-AABE-4F36-9B25-8ECD4C303BB7}" dt="2026-03-16T03:43:08.088" v="4508" actId="1076"/>
          <ac:picMkLst>
            <pc:docMk/>
            <pc:sldMk cId="1938739112" sldId="285"/>
            <ac:picMk id="2" creationId="{F16B9477-E84D-8E61-BBCC-A59A862A3594}"/>
          </ac:picMkLst>
        </pc:picChg>
      </pc:sldChg>
      <pc:sldChg chg="addSp delSp modSp add mod">
        <pc:chgData name="Franco Nahuel  Olivero" userId="3356e92f-d4c7-44bf-acc4-228650985dd9" providerId="ADAL" clId="{1DA48DC3-AABE-4F36-9B25-8ECD4C303BB7}" dt="2026-03-16T03:33:14.136" v="4481" actId="20577"/>
        <pc:sldMkLst>
          <pc:docMk/>
          <pc:sldMk cId="3631963675" sldId="286"/>
        </pc:sldMkLst>
        <pc:spChg chg="add mod">
          <ac:chgData name="Franco Nahuel  Olivero" userId="3356e92f-d4c7-44bf-acc4-228650985dd9" providerId="ADAL" clId="{1DA48DC3-AABE-4F36-9B25-8ECD4C303BB7}" dt="2026-03-16T03:33:14.136" v="4481" actId="20577"/>
          <ac:spMkLst>
            <pc:docMk/>
            <pc:sldMk cId="3631963675" sldId="286"/>
            <ac:spMk id="2" creationId="{99E64D64-D28B-25ED-16E5-51161B642CA7}"/>
          </ac:spMkLst>
        </pc:spChg>
        <pc:spChg chg="add mod">
          <ac:chgData name="Franco Nahuel  Olivero" userId="3356e92f-d4c7-44bf-acc4-228650985dd9" providerId="ADAL" clId="{1DA48DC3-AABE-4F36-9B25-8ECD4C303BB7}" dt="2026-03-16T03:31:04.652" v="4451" actId="120"/>
          <ac:spMkLst>
            <pc:docMk/>
            <pc:sldMk cId="3631963675" sldId="286"/>
            <ac:spMk id="4" creationId="{E5656380-671F-E68E-4578-856F9C959990}"/>
          </ac:spMkLst>
        </pc:spChg>
        <pc:spChg chg="mod">
          <ac:chgData name="Franco Nahuel  Olivero" userId="3356e92f-d4c7-44bf-acc4-228650985dd9" providerId="ADAL" clId="{1DA48DC3-AABE-4F36-9B25-8ECD4C303BB7}" dt="2026-03-16T02:52:52.768" v="3732" actId="20577"/>
          <ac:spMkLst>
            <pc:docMk/>
            <pc:sldMk cId="3631963675" sldId="286"/>
            <ac:spMk id="13" creationId="{258A4453-F553-B657-0F57-0CF5D40FD28A}"/>
          </ac:spMkLst>
        </pc:spChg>
        <pc:grpChg chg="del">
          <ac:chgData name="Franco Nahuel  Olivero" userId="3356e92f-d4c7-44bf-acc4-228650985dd9" providerId="ADAL" clId="{1DA48DC3-AABE-4F36-9B25-8ECD4C303BB7}" dt="2026-03-16T02:47:20.475" v="3427" actId="478"/>
          <ac:grpSpMkLst>
            <pc:docMk/>
            <pc:sldMk cId="3631963675" sldId="286"/>
            <ac:grpSpMk id="8" creationId="{B0BF88F4-C607-75CC-CF22-3CADB4B3E569}"/>
          </ac:grpSpMkLst>
        </pc:grpChg>
        <pc:grpChg chg="mod">
          <ac:chgData name="Franco Nahuel  Olivero" userId="3356e92f-d4c7-44bf-acc4-228650985dd9" providerId="ADAL" clId="{1DA48DC3-AABE-4F36-9B25-8ECD4C303BB7}" dt="2026-03-16T02:52:31.061" v="3657" actId="1076"/>
          <ac:grpSpMkLst>
            <pc:docMk/>
            <pc:sldMk cId="3631963675" sldId="286"/>
            <ac:grpSpMk id="20" creationId="{58E841B8-2839-2270-AC53-9C98DB12EB42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EF79-56F8-5C3C-BAD8-38EB79FE5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74C2-74D1-AE86-1412-404B4BBB8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820E7-68E0-1403-41FB-4FA60EF5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0ED4C-CD95-4CFC-482D-4B831FF0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5B66A-4BF4-88D0-D40C-580DC9DD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9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E4E6-59C3-0D26-0ACF-6F641B87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EB68-0AB2-2D69-D1A5-E218FE100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ED488-7534-8CC5-109C-66D5FD95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43FBB-3F3C-9EC8-1CD4-8141D705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F25E-DA8B-5C2B-8E6C-79877369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9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5668-80E9-074D-0490-75F22602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A185F-44C9-C1D2-9DA5-5FBB5A86D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56C30-E5CD-0CEB-0AB2-BA78C1B7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2D433-7A1D-7274-D2EB-2AA44DF5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47F91-124A-05C8-5AF5-D48FFC06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4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31E2-6E3A-D9A5-D705-3510B020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7B1DA-B4FF-4FAE-D65E-4ECA0AD10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5CCB7-57BF-1734-7990-57BA8392A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5909E-1164-0C83-C814-ECC2DD16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075A3-8CCF-93FD-A2D7-AEBC347D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57C87-6DBD-919B-5FEC-7CEA1530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77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5B4DA-1890-AD3F-EA3F-C0076407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EACC9-1200-9274-7F99-D203A830C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9A3AC-1C32-68D1-788D-F45E229DC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402B5-694A-951E-5926-3DFB3753C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62CA3-487F-3A59-05D8-C4F2A25D7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9AA02-4DF8-6450-26BB-5E07D71F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6CD72-DEC0-6136-3710-FC794A90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0DFC6-2EFE-2DEB-E9AD-E4F57052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8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50E0-C7BC-6082-5065-8F3BD107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4CE25-1319-6F72-33C8-BC5033D0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53FD9-AEF2-DB75-0F20-88893605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A3E4E-28ED-176B-18A7-C867BDA5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3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A3707-195A-F375-8E7C-CB0AEF46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7FF3B-D067-91FA-6F93-425A38C9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A9CED-49FE-1250-69A1-C67CBD7A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18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747-76F5-370F-2BA5-7C109C66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F4CE1-36B3-950C-6984-FC739E39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12F87-0BE7-B30C-B1BB-6432CD682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75FE8-BE2A-1FCF-167D-52179CA7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6AB51-0F80-CA88-E3A2-15DCA9F0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65649-7040-186A-92C1-F8B9A545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4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9B48-D24E-15F3-09F2-19AC91B34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BB9CB0-1ADE-69E7-0099-99A020956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AFC86-CB16-A005-3CE1-A0C6CCFA9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F41FB-FD05-F927-BAC4-433CF94E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851B7-2110-1D8E-E664-48DCD98E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868FC-45E0-909E-35EB-07733FC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59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F2F2-B561-B7E9-75F7-83A3E079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529EF-1936-C931-CF07-6203722A4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7EC21-9197-54B1-A022-B2A6C4D8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37303-145F-AFA4-90F2-19981E22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A582A-A8BB-2F62-657D-7E4995D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03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679F6-285B-1A6F-5147-C5ABC7EF3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06960-4C9E-761E-6380-70B3BA6E9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87AA-2C7E-F40F-5A7A-242454AD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0346-C498-EFD4-4C16-F2E02995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98F8C-5A1E-4B6F-2928-2C68A1E6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3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62B0F-FCAC-E48D-38F3-55262F42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6F5CA-66F9-56F3-6E97-83DA11136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81CB-227B-FFE5-9024-0E3C56342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144B-14DA-4C86-AF8F-567686EE8CF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B4328-27FF-60C3-CA1E-874A1F734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B334-9FDF-B95F-E35E-2A35D318A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05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EEAB69-9C6C-BE6D-A838-AA652E0A0FAB}"/>
              </a:ext>
            </a:extLst>
          </p:cNvPr>
          <p:cNvSpPr txBox="1"/>
          <p:nvPr/>
        </p:nvSpPr>
        <p:spPr>
          <a:xfrm>
            <a:off x="2466805" y="2952660"/>
            <a:ext cx="77376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Modelos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 E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stocásticos de 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M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ortalidad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 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con Aprendizaje 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A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utomático</a:t>
            </a:r>
            <a:endParaRPr lang="en-US" sz="2800" i="1" dirty="0">
              <a:effectLst/>
              <a:latin typeface="Trebuchet MS" panose="020B0603020202020204" pitchFamily="34" charset="0"/>
              <a:ea typeface="Sans Serif Collection" panose="020B0502040504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E2BD80-2C37-F3A0-111E-4E0171AC6A27}"/>
              </a:ext>
            </a:extLst>
          </p:cNvPr>
          <p:cNvGrpSpPr/>
          <p:nvPr/>
        </p:nvGrpSpPr>
        <p:grpSpPr>
          <a:xfrm>
            <a:off x="3047246" y="366650"/>
            <a:ext cx="6097508" cy="1831954"/>
            <a:chOff x="3047245" y="366650"/>
            <a:chExt cx="6097508" cy="18319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0907E2-FF3F-F100-BF3B-4CF9E7081605}"/>
                </a:ext>
              </a:extLst>
            </p:cNvPr>
            <p:cNvSpPr txBox="1"/>
            <p:nvPr/>
          </p:nvSpPr>
          <p:spPr>
            <a:xfrm>
              <a:off x="3047245" y="1547144"/>
              <a:ext cx="6097508" cy="651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  <a:buNone/>
              </a:pPr>
              <a:r>
                <a:rPr lang="es-ES" sz="1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UNIVERSIDAD DE BUENOS AIRES</a:t>
              </a:r>
              <a:endPara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Aft>
                  <a:spcPts val="1000"/>
                </a:spcAft>
                <a:buNone/>
              </a:pPr>
              <a:r>
                <a:rPr lang="es-ES" sz="1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Facultad de Ciencias Económicas</a:t>
              </a:r>
              <a:endPara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96B0FE-DA7D-747F-9817-060DF86880C9}"/>
                </a:ext>
              </a:extLst>
            </p:cNvPr>
            <p:cNvGrpSpPr/>
            <p:nvPr/>
          </p:nvGrpSpPr>
          <p:grpSpPr>
            <a:xfrm>
              <a:off x="4705191" y="366650"/>
              <a:ext cx="2709190" cy="1180494"/>
              <a:chOff x="4722890" y="312329"/>
              <a:chExt cx="2709190" cy="1180494"/>
            </a:xfrm>
          </p:grpSpPr>
          <p:pic>
            <p:nvPicPr>
              <p:cNvPr id="8" name="image2.jpg">
                <a:extLst>
                  <a:ext uri="{FF2B5EF4-FFF2-40B4-BE49-F238E27FC236}">
                    <a16:creationId xmlns:a16="http://schemas.microsoft.com/office/drawing/2014/main" id="{2FA7B69D-A9B6-78CC-2608-930E92587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722890" y="312329"/>
                <a:ext cx="1333878" cy="1180494"/>
              </a:xfrm>
              <a:prstGeom prst="rect">
                <a:avLst/>
              </a:prstGeom>
              <a:ln/>
            </p:spPr>
          </p:pic>
          <p:pic>
            <p:nvPicPr>
              <p:cNvPr id="9" name="Imagen 2" descr="Logo&#10;&#10;Description automatically generated">
                <a:extLst>
                  <a:ext uri="{FF2B5EF4-FFF2-40B4-BE49-F238E27FC236}">
                    <a16:creationId xmlns:a16="http://schemas.microsoft.com/office/drawing/2014/main" id="{2D0153BA-BC98-F72C-CA0F-7CE0EA4A5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53334" y="312329"/>
                <a:ext cx="1078746" cy="1180494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2D1AF1E-BA5C-444D-AC33-33B7BCFFEC2A}"/>
              </a:ext>
            </a:extLst>
          </p:cNvPr>
          <p:cNvSpPr txBox="1"/>
          <p:nvPr/>
        </p:nvSpPr>
        <p:spPr>
          <a:xfrm>
            <a:off x="434190" y="5496206"/>
            <a:ext cx="385206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Alumno: Franco Olivero </a:t>
            </a:r>
            <a:endParaRPr lang="es-A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buNone/>
            </a:pP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Tutor: </a:t>
            </a:r>
            <a:r>
              <a:rPr lang="es-AR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Cristian Sciaccaluga</a:t>
            </a:r>
          </a:p>
          <a:p>
            <a:pPr>
              <a:spcAft>
                <a:spcPts val="1000"/>
              </a:spcAft>
              <a:buNone/>
            </a:pP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Profesora: </a:t>
            </a:r>
            <a:r>
              <a:rPr lang="es-AR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Liliana Silva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9DD29-DE4A-9832-0226-B3A710541818}"/>
              </a:ext>
            </a:extLst>
          </p:cNvPr>
          <p:cNvSpPr txBox="1"/>
          <p:nvPr/>
        </p:nvSpPr>
        <p:spPr>
          <a:xfrm>
            <a:off x="7905752" y="6183573"/>
            <a:ext cx="3852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1er. Cuatrimestre 2026</a:t>
            </a:r>
          </a:p>
        </p:txBody>
      </p:sp>
    </p:spTree>
    <p:extLst>
      <p:ext uri="{BB962C8B-B14F-4D97-AF65-F5344CB8AC3E}">
        <p14:creationId xmlns:p14="http://schemas.microsoft.com/office/powerpoint/2010/main" val="87661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44A6-8E1B-8FA5-21A4-37F32058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560C1B7-B820-D4BD-1CD3-767E0A957599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7F68920-7D47-348E-D61D-CFFF27084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C3FD48A-8C0E-2FCD-0CEE-54A72B377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F6BEF9-D28D-9C99-C1D5-01F6DDC505DE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Agenda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5A32FE1-89B0-4CB4-86F9-3CAAE93C7F52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B47B0B-A531-C32C-6E0E-6CBF0C3F7CF3}"/>
              </a:ext>
            </a:extLst>
          </p:cNvPr>
          <p:cNvSpPr txBox="1"/>
          <p:nvPr/>
        </p:nvSpPr>
        <p:spPr>
          <a:xfrm>
            <a:off x="857250" y="1766925"/>
            <a:ext cx="558037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Diagrama de Flujo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Caso de Estudio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Lee-Carter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Proyecciones Estocásticas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Aprendizaje Automático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Métricas Estadísticas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15082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BE5A-217D-F1CA-5912-D8A3F762D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0A13FA9-B2DF-8095-9E59-E5E9311F3F4A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0C4221D3-547B-3D27-335F-6B75EC3E2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5DCDC05-9D7A-1897-7F12-F40A23B29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F4781D-BAEF-9659-389E-AC5159A62892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1. Introducción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765663C-BFE3-A0EE-9B64-FE2D9794310C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A6C61E-E505-8D12-1569-F27A8FB393F4}"/>
              </a:ext>
            </a:extLst>
          </p:cNvPr>
          <p:cNvSpPr txBox="1"/>
          <p:nvPr/>
        </p:nvSpPr>
        <p:spPr>
          <a:xfrm>
            <a:off x="857250" y="2478125"/>
            <a:ext cx="455124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Motivaciones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Conceptos Principales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Hipótesis de trabajo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4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2F3D-F4D7-4A95-A04F-7AB6D2B2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F5137D0-195F-85CD-6C38-807B970AE877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E5611025-EF25-2C29-F324-2742D690A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4DB4FC6A-780E-39FA-490A-D8FFCC270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7E26006-F569-6521-67DF-294765EA5685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1. Introducción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369C67D-0331-185E-4F36-E7B76087952B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315465-4E9D-5BE8-6311-49F7CB216E3D}"/>
              </a:ext>
            </a:extLst>
          </p:cNvPr>
          <p:cNvSpPr txBox="1"/>
          <p:nvPr/>
        </p:nvSpPr>
        <p:spPr>
          <a:xfrm>
            <a:off x="676275" y="2151727"/>
            <a:ext cx="571823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Motivaciones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Proyecciones Futuras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Demografía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Entendimiento de Riesgos</a:t>
            </a:r>
          </a:p>
        </p:txBody>
      </p:sp>
    </p:spTree>
    <p:extLst>
      <p:ext uri="{BB962C8B-B14F-4D97-AF65-F5344CB8AC3E}">
        <p14:creationId xmlns:p14="http://schemas.microsoft.com/office/powerpoint/2010/main" val="199968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4CE0-80B1-17C0-28C1-8F39925E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254303B-49FA-D1FC-95F3-EBFF5A75F061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3DF53785-24E8-1227-950F-B5B2E05EE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6AA65639-8815-AE6B-1884-295FE176C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F58AAB-965B-A6A9-9E6E-D6E705F31BC1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1. Introducción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7CDDE86-CB5F-8195-A845-8CFE528C1D8F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6D53F-FF61-D91D-7F22-E75470DEDED9}"/>
              </a:ext>
            </a:extLst>
          </p:cNvPr>
          <p:cNvSpPr txBox="1"/>
          <p:nvPr/>
        </p:nvSpPr>
        <p:spPr>
          <a:xfrm>
            <a:off x="676275" y="2151727"/>
            <a:ext cx="475963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Conceptos Principales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¿Qué es un Modelo?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Mortalidad</a:t>
            </a:r>
          </a:p>
          <a:p>
            <a:pPr lvl="1"/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438E09-5A00-004E-780D-2B315BCA2A40}"/>
              </a:ext>
            </a:extLst>
          </p:cNvPr>
          <p:cNvCxnSpPr>
            <a:cxnSpLocks/>
          </p:cNvCxnSpPr>
          <p:nvPr/>
        </p:nvCxnSpPr>
        <p:spPr>
          <a:xfrm>
            <a:off x="4030701" y="4391526"/>
            <a:ext cx="2867404" cy="0"/>
          </a:xfrm>
          <a:prstGeom prst="straightConnector1">
            <a:avLst/>
          </a:prstGeom>
          <a:ln w="349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croll: Horizontal 26">
                <a:extLst>
                  <a:ext uri="{FF2B5EF4-FFF2-40B4-BE49-F238E27FC236}">
                    <a16:creationId xmlns:a16="http://schemas.microsoft.com/office/drawing/2014/main" id="{6376CF68-88F3-7CA9-D58C-84CF0C4CCB05}"/>
                  </a:ext>
                </a:extLst>
              </p:cNvPr>
              <p:cNvSpPr/>
              <p:nvPr/>
            </p:nvSpPr>
            <p:spPr>
              <a:xfrm>
                <a:off x="7322416" y="3269309"/>
                <a:ext cx="4193309" cy="2244433"/>
              </a:xfrm>
              <a:prstGeom prst="horizontalScroll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Scroll: Horizontal 26">
                <a:extLst>
                  <a:ext uri="{FF2B5EF4-FFF2-40B4-BE49-F238E27FC236}">
                    <a16:creationId xmlns:a16="http://schemas.microsoft.com/office/drawing/2014/main" id="{6376CF68-88F3-7CA9-D58C-84CF0C4CC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416" y="3269309"/>
                <a:ext cx="4193309" cy="2244433"/>
              </a:xfrm>
              <a:prstGeom prst="horizont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00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D738-6A56-C932-AF16-4A32C8BA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C63648E-315C-B4A7-F0D5-B5BE781B05EA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CB7393E-0F94-867C-9602-98F9783A5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F4B68D32-7307-1643-948A-B218B2EE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EE628F-F0F2-9DCB-FDE9-743917EDC8C8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1. Introducción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BA28C93-06AB-72E1-BBD6-9DD263CCF5EA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BDFE48-55AD-54EA-4BFB-2DF62725B82A}"/>
              </a:ext>
            </a:extLst>
          </p:cNvPr>
          <p:cNvSpPr txBox="1"/>
          <p:nvPr/>
        </p:nvSpPr>
        <p:spPr>
          <a:xfrm>
            <a:off x="676275" y="2151727"/>
            <a:ext cx="690124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Hipótesis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“Un modelo es mejor que otro”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¿Cómo se evalúan los modelos?</a:t>
            </a:r>
          </a:p>
        </p:txBody>
      </p:sp>
    </p:spTree>
    <p:extLst>
      <p:ext uri="{BB962C8B-B14F-4D97-AF65-F5344CB8AC3E}">
        <p14:creationId xmlns:p14="http://schemas.microsoft.com/office/powerpoint/2010/main" val="265762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B8BB6-D11B-8898-84EB-09BA4984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1E85104-BFE1-46DE-EF17-E87742AD4043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F60581C-F299-8F4E-1E94-5CDDAE211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1A7E5E9E-EA23-F616-B34E-DD1764FE2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5CF41A-7E7A-B1AC-CFB0-681253F83DA2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dirty="0">
                  <a:latin typeface="Arial" panose="020B0604020202020204" pitchFamily="34" charset="0"/>
                  <a:cs typeface="Arial" panose="020B0604020202020204" pitchFamily="34" charset="0"/>
                </a:rPr>
                <a:t>2. Paso a Paso – Diagrama de Flujo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32AB5-F780-30A3-2BEB-C02F93767D5B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10D7B7-9C98-F9C6-6E3B-7543670A0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3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789A-E336-0844-D3D3-CB2582FC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AE9F75E-B0CE-C186-1859-A7DAA16BC600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3BDEC41C-C4A5-5EC7-08FE-595503931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0489BC41-5BEA-1B49-AD36-7F2DC33AA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4F1D05-24BF-FD77-F51A-F60FC7545CDD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Caso de Estudio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B1F4C05-5FB5-5E04-AE13-031E42120905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39746C-C0D4-61F9-CD09-F257F5B8C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B5D605-35BC-B426-ED10-D780DAE39377}"/>
              </a:ext>
            </a:extLst>
          </p:cNvPr>
          <p:cNvSpPr/>
          <p:nvPr/>
        </p:nvSpPr>
        <p:spPr>
          <a:xfrm>
            <a:off x="320841" y="1580980"/>
            <a:ext cx="1746083" cy="14117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CB029-7135-7E24-B1A0-4A868D5F21BD}"/>
              </a:ext>
            </a:extLst>
          </p:cNvPr>
          <p:cNvSpPr/>
          <p:nvPr/>
        </p:nvSpPr>
        <p:spPr>
          <a:xfrm>
            <a:off x="2256778" y="1630510"/>
            <a:ext cx="9420872" cy="420831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0" lvl="3" indent="-342900">
              <a:lnSpc>
                <a:spcPct val="200000"/>
              </a:lnSpc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Base de Datos: Italia - HMD </a:t>
            </a:r>
          </a:p>
          <a:p>
            <a:pPr marL="1714500" lvl="3" indent="-342900">
              <a:lnSpc>
                <a:spcPct val="200000"/>
              </a:lnSpc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Información de entrenamiento: 1915 – 2010</a:t>
            </a:r>
          </a:p>
          <a:p>
            <a:pPr marL="1714500" lvl="3" indent="-342900">
              <a:lnSpc>
                <a:spcPct val="200000"/>
              </a:lnSpc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Información de validación: 2011 – 2019</a:t>
            </a:r>
          </a:p>
          <a:p>
            <a:pPr marL="342900" indent="-342900" algn="ctr">
              <a:lnSpc>
                <a:spcPct val="200000"/>
              </a:lnSpc>
              <a:buAutoNum type="arabicPeriod"/>
            </a:pP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8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03BB-866B-58C0-438D-12BE59A5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8372E21-FA1D-5005-A909-C82684528348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8957EDCE-07B8-C7CC-DD11-BD314E494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45FDA25C-6C2A-FB0B-C956-2F5726434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BFF497-2B9A-BF8A-3232-468E90E74A43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Lee-Carter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9A4BF2-7BD5-7A49-B906-F40B080D5034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0F648A-A14C-D116-A78E-1DF25AD71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57CB22-B4D3-19F5-ADD1-33DD30B5A63C}"/>
              </a:ext>
            </a:extLst>
          </p:cNvPr>
          <p:cNvSpPr/>
          <p:nvPr/>
        </p:nvSpPr>
        <p:spPr>
          <a:xfrm>
            <a:off x="2047875" y="1486593"/>
            <a:ext cx="1499466" cy="37904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31BE4-FE94-A23E-8777-6641FC3F4DA7}"/>
              </a:ext>
            </a:extLst>
          </p:cNvPr>
          <p:cNvSpPr/>
          <p:nvPr/>
        </p:nvSpPr>
        <p:spPr>
          <a:xfrm>
            <a:off x="9224210" y="2540000"/>
            <a:ext cx="2646947" cy="10454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3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B924-F9C4-D903-E717-548F25464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1B9A10A-9095-8345-A905-4392C30DBDF0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4F9D685A-2C27-8A7C-FA35-CA4ACC25B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AE17141-EAFA-1FE9-DD7C-657EBF50A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79D42F-5608-525E-1E65-531113E45836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Lee-Carter: Conceptos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7E56F8D-59F7-AEA5-ADA1-41E06B684633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3C268-66D4-61AB-EBFC-8F3890677959}"/>
              </a:ext>
            </a:extLst>
          </p:cNvPr>
          <p:cNvSpPr txBox="1"/>
          <p:nvPr/>
        </p:nvSpPr>
        <p:spPr>
          <a:xfrm>
            <a:off x="676275" y="2151727"/>
            <a:ext cx="555793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Comentarios Generales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Década de los 90’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Proyección de Mortalidad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Literatura General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Modelo Matricial</a:t>
            </a:r>
          </a:p>
          <a:p>
            <a:pPr lvl="1"/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13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27DC-03C4-BF3D-55CD-4B2C5CB5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E3E4336-794D-FB84-DC08-FDFF7B716F33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8E40C59D-4840-2F07-68AD-98A3CE72A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A5FF004-C789-D153-E437-08AC3EAA8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37F895-48C2-14DD-18C6-ACC630D0725D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Lee-Carter: Modelo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7C07F3E-DDA8-88A2-CB02-F6AD520974B2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27607A-23D4-0987-0BDC-C285621A6431}"/>
                  </a:ext>
                </a:extLst>
              </p:cNvPr>
              <p:cNvSpPr txBox="1"/>
              <p:nvPr/>
            </p:nvSpPr>
            <p:spPr>
              <a:xfrm>
                <a:off x="32741" y="1587103"/>
                <a:ext cx="4661806" cy="636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32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s-ES" sz="32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0">
                                  <a:latin typeface="Cambria Math" panose="02040503050406030204" pitchFamily="18" charset="0"/>
                                </a:rPr>
                                <m:t>𝛆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3200" b="1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27607A-23D4-0987-0BDC-C285621A6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1" y="1587103"/>
                <a:ext cx="4661806" cy="6363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4440FDD8-7061-A93E-8F8D-A93138A14542}"/>
              </a:ext>
            </a:extLst>
          </p:cNvPr>
          <p:cNvSpPr/>
          <p:nvPr/>
        </p:nvSpPr>
        <p:spPr>
          <a:xfrm>
            <a:off x="4699495" y="4383892"/>
            <a:ext cx="409345" cy="1159656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ED3F8663-B1D6-0445-FF75-732FEF076BCD}"/>
              </a:ext>
            </a:extLst>
          </p:cNvPr>
          <p:cNvSpPr/>
          <p:nvPr/>
        </p:nvSpPr>
        <p:spPr>
          <a:xfrm rot="5400000">
            <a:off x="8114494" y="1613414"/>
            <a:ext cx="409345" cy="3408012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2A3AB8-EF5C-E97E-52A0-F1F861C2D1B4}"/>
                  </a:ext>
                </a:extLst>
              </p:cNvPr>
              <p:cNvSpPr txBox="1"/>
              <p:nvPr/>
            </p:nvSpPr>
            <p:spPr>
              <a:xfrm>
                <a:off x="4363626" y="4779054"/>
                <a:ext cx="4093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2A3AB8-EF5C-E97E-52A0-F1F861C2D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626" y="4779054"/>
                <a:ext cx="4093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F74864-2FB4-F98B-E7C8-5ADFD986CCAB}"/>
                  </a:ext>
                </a:extLst>
              </p:cNvPr>
              <p:cNvSpPr txBox="1"/>
              <p:nvPr/>
            </p:nvSpPr>
            <p:spPr>
              <a:xfrm>
                <a:off x="8114493" y="2743415"/>
                <a:ext cx="4093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F74864-2FB4-F98B-E7C8-5ADFD986C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493" y="2743415"/>
                <a:ext cx="4093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Bent 20">
            <a:extLst>
              <a:ext uri="{FF2B5EF4-FFF2-40B4-BE49-F238E27FC236}">
                <a16:creationId xmlns:a16="http://schemas.microsoft.com/office/drawing/2014/main" id="{A9DCF47B-5F25-678E-27DE-C158B8F128D3}"/>
              </a:ext>
            </a:extLst>
          </p:cNvPr>
          <p:cNvSpPr/>
          <p:nvPr/>
        </p:nvSpPr>
        <p:spPr>
          <a:xfrm flipV="1">
            <a:off x="947029" y="2571162"/>
            <a:ext cx="3265742" cy="2698059"/>
          </a:xfrm>
          <a:prstGeom prst="bentArrow">
            <a:avLst>
              <a:gd name="adj1" fmla="val 5028"/>
              <a:gd name="adj2" fmla="val 9703"/>
              <a:gd name="adj3" fmla="val 9332"/>
              <a:gd name="adj4" fmla="val 37443"/>
            </a:avLst>
          </a:prstGeom>
          <a:solidFill>
            <a:srgbClr val="001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0FD4D170-FE42-1AC8-FB96-6EEAB8CF608C}"/>
              </a:ext>
            </a:extLst>
          </p:cNvPr>
          <p:cNvSpPr/>
          <p:nvPr/>
        </p:nvSpPr>
        <p:spPr>
          <a:xfrm rot="16200000">
            <a:off x="844880" y="2055873"/>
            <a:ext cx="321367" cy="617778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60856-9249-CDDD-88DD-6A8DF0238D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5659" y="3701646"/>
            <a:ext cx="4637563" cy="183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91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980F8-92B6-C97D-C775-B542EC34F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64A04D8-D2E3-2D26-6DC7-4DA3866F12A9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1860E140-2486-1E43-7BF1-0CF637780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98F5DC76-719A-18DF-AEB5-AC7C817C7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12059F-F0FD-A265-DA42-E7046E8A8F9F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Lee-Carter: Interpretación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8AD54-9E1D-5709-A748-D5EF20DB732F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50ECE1-EE6D-7E3E-F8A2-7E564B6DF864}"/>
                  </a:ext>
                </a:extLst>
              </p:cNvPr>
              <p:cNvSpPr txBox="1"/>
              <p:nvPr/>
            </p:nvSpPr>
            <p:spPr>
              <a:xfrm>
                <a:off x="381166" y="1716412"/>
                <a:ext cx="519759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𝒍𝒏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8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50ECE1-EE6D-7E3E-F8A2-7E564B6DF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66" y="1716412"/>
                <a:ext cx="5197598" cy="542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DE4CC-0B01-EEF4-936E-4B52842E6AB1}"/>
                  </a:ext>
                </a:extLst>
              </p:cNvPr>
              <p:cNvSpPr txBox="1"/>
              <p:nvPr/>
            </p:nvSpPr>
            <p:spPr>
              <a:xfrm>
                <a:off x="4816097" y="3506065"/>
                <a:ext cx="5499326" cy="1880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∗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1915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2010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E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s-E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𝟐𝟎𝟏𝟏</m:t>
                            </m:r>
                          </m:sub>
                        </m:sSub>
                        <m:r>
                          <a:rPr lang="es-E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s-E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𝟐𝟎𝟏𝟗</m:t>
                            </m:r>
                          </m:sub>
                        </m:sSub>
                        <m:r>
                          <a:rPr lang="es-E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DE4CC-0B01-EEF4-936E-4B52842E6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097" y="3506065"/>
                <a:ext cx="5499326" cy="18807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Bent 3">
            <a:extLst>
              <a:ext uri="{FF2B5EF4-FFF2-40B4-BE49-F238E27FC236}">
                <a16:creationId xmlns:a16="http://schemas.microsoft.com/office/drawing/2014/main" id="{8E03F28E-8A53-EE51-B11B-B0FB4798BFB3}"/>
              </a:ext>
            </a:extLst>
          </p:cNvPr>
          <p:cNvSpPr/>
          <p:nvPr/>
        </p:nvSpPr>
        <p:spPr>
          <a:xfrm flipV="1">
            <a:off x="2305669" y="2833025"/>
            <a:ext cx="1693582" cy="1766428"/>
          </a:xfrm>
          <a:prstGeom prst="bentArrow">
            <a:avLst>
              <a:gd name="adj1" fmla="val 5028"/>
              <a:gd name="adj2" fmla="val 9703"/>
              <a:gd name="adj3" fmla="val 9332"/>
              <a:gd name="adj4" fmla="val 37443"/>
            </a:avLst>
          </a:prstGeom>
          <a:solidFill>
            <a:srgbClr val="001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A3600-A6F9-AF18-C04B-CE58376B8DAD}"/>
              </a:ext>
            </a:extLst>
          </p:cNvPr>
          <p:cNvSpPr txBox="1"/>
          <p:nvPr/>
        </p:nvSpPr>
        <p:spPr>
          <a:xfrm>
            <a:off x="4816097" y="2680510"/>
            <a:ext cx="5737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Promedio + Sensibilidad * Tendencia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D7C63-CF44-1DA4-6506-328B65B9E182}"/>
              </a:ext>
            </a:extLst>
          </p:cNvPr>
          <p:cNvSpPr txBox="1"/>
          <p:nvPr/>
        </p:nvSpPr>
        <p:spPr>
          <a:xfrm>
            <a:off x="10042255" y="5616681"/>
            <a:ext cx="1743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*Método SVD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3995C-CDEF-DA73-B5A2-420AB49D33D1}"/>
              </a:ext>
            </a:extLst>
          </p:cNvPr>
          <p:cNvSpPr txBox="1"/>
          <p:nvPr/>
        </p:nvSpPr>
        <p:spPr>
          <a:xfrm>
            <a:off x="4562600" y="3372020"/>
            <a:ext cx="253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53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2BC4-DDDD-847B-899E-FA03E598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D8F0EF2-12E2-6778-3110-98A12B616E8B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D182C3B2-2EED-2657-CBC8-5D8C7B3F9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A22B22D7-85F8-EF2C-E777-6C64FAC1D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C0C169-96D7-F465-3284-2B35359AD19A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Lee-Carter: Resultados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391A085-0474-F0B1-3571-F85030C66BC9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328623-585A-9A2A-18A0-2C11957BA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762" y="2005345"/>
            <a:ext cx="7694476" cy="2033256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7BC353CB-B2FA-1A9F-2850-713F02EF8DE3}"/>
              </a:ext>
            </a:extLst>
          </p:cNvPr>
          <p:cNvSpPr/>
          <p:nvPr/>
        </p:nvSpPr>
        <p:spPr>
          <a:xfrm rot="16200000">
            <a:off x="4960829" y="3094540"/>
            <a:ext cx="409345" cy="2988817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580752B-20A8-022F-CFB3-160A80E0B193}"/>
              </a:ext>
            </a:extLst>
          </p:cNvPr>
          <p:cNvSpPr/>
          <p:nvPr/>
        </p:nvSpPr>
        <p:spPr>
          <a:xfrm rot="16200000">
            <a:off x="8581962" y="3432343"/>
            <a:ext cx="409345" cy="2313207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29AE5-F79C-734C-3F30-33F910FE0643}"/>
              </a:ext>
            </a:extLst>
          </p:cNvPr>
          <p:cNvSpPr txBox="1"/>
          <p:nvPr/>
        </p:nvSpPr>
        <p:spPr>
          <a:xfrm>
            <a:off x="4238685" y="4960296"/>
            <a:ext cx="185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Entrenamiento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531264-E7D0-46AA-3467-4A0BEC3E4BD4}"/>
              </a:ext>
            </a:extLst>
          </p:cNvPr>
          <p:cNvSpPr txBox="1"/>
          <p:nvPr/>
        </p:nvSpPr>
        <p:spPr>
          <a:xfrm>
            <a:off x="8101370" y="4962482"/>
            <a:ext cx="137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Proyección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445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30E0-6955-2BDA-84A8-2019198B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9B07FAA-1E4F-A86E-4F04-575DE25D78BF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BE0002DF-3316-B801-B54C-677D7659C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CE9A051-8D16-198E-3D23-91A4CCC42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5C9C4F-24E7-F52A-2289-EFA411AED9BA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Lee-Carter: Resultados Entrenamiento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4D3C0FB-7C34-4082-2DA3-0E8D1A21D35D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751945-AE34-0A82-E190-E27866C58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220" y="1631554"/>
            <a:ext cx="6721559" cy="4247688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1AA62055-171E-A8D2-3209-17A1D2650EDE}"/>
              </a:ext>
            </a:extLst>
          </p:cNvPr>
          <p:cNvSpPr/>
          <p:nvPr/>
        </p:nvSpPr>
        <p:spPr>
          <a:xfrm rot="20518273">
            <a:off x="4114646" y="4200119"/>
            <a:ext cx="1745486" cy="64720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37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D4F4-C693-2F1C-DAF8-C21ED445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74DD0C2-A663-7EED-E614-7D919DA263AB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2EB624F8-4C92-B328-6965-28BFD63F4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69931A61-7B63-215C-080B-3A7798600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393012-5742-5303-DCA0-D48D9C155152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5.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Proyecciones Estocásticas: ARIMA(p, d, q)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4FA6004-BC72-852A-2132-E72A25BA65F8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E125F3-BCD5-654E-F50C-C3108FF6BC6B}"/>
                  </a:ext>
                </a:extLst>
              </p:cNvPr>
              <p:cNvSpPr txBox="1"/>
              <p:nvPr/>
            </p:nvSpPr>
            <p:spPr>
              <a:xfrm>
                <a:off x="0" y="1921217"/>
                <a:ext cx="65678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1915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2010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a:rPr lang="es-E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s-E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𝟐𝟎𝟏𝟏</m:t>
                              </m:r>
                            </m:sub>
                          </m:sSub>
                          <m:r>
                            <a:rPr lang="es-E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s-E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𝟐𝟎𝟏𝟗</m:t>
                              </m:r>
                            </m:sub>
                          </m:sSub>
                          <m:r>
                            <a:rPr lang="es-E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s-E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????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E125F3-BCD5-654E-F50C-C3108FF6B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21217"/>
                <a:ext cx="656781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Bent 3">
            <a:extLst>
              <a:ext uri="{FF2B5EF4-FFF2-40B4-BE49-F238E27FC236}">
                <a16:creationId xmlns:a16="http://schemas.microsoft.com/office/drawing/2014/main" id="{BC178E0D-0733-3879-135F-9F21E54E0683}"/>
              </a:ext>
            </a:extLst>
          </p:cNvPr>
          <p:cNvSpPr/>
          <p:nvPr/>
        </p:nvSpPr>
        <p:spPr>
          <a:xfrm flipV="1">
            <a:off x="2505694" y="2735207"/>
            <a:ext cx="1693582" cy="1766428"/>
          </a:xfrm>
          <a:prstGeom prst="bentArrow">
            <a:avLst>
              <a:gd name="adj1" fmla="val 5028"/>
              <a:gd name="adj2" fmla="val 9703"/>
              <a:gd name="adj3" fmla="val 9332"/>
              <a:gd name="adj4" fmla="val 37443"/>
            </a:avLst>
          </a:prstGeom>
          <a:solidFill>
            <a:srgbClr val="001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C8C12A-0BFC-E967-8EFD-2D8628E67566}"/>
                  </a:ext>
                </a:extLst>
              </p:cNvPr>
              <p:cNvSpPr txBox="1"/>
              <p:nvPr/>
            </p:nvSpPr>
            <p:spPr>
              <a:xfrm>
                <a:off x="4085579" y="4070589"/>
                <a:ext cx="6172200" cy="505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C8C12A-0BFC-E967-8EFD-2D8628E6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79" y="4070589"/>
                <a:ext cx="6172200" cy="505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EDDC45-2002-2D37-6F87-597E4E5903E2}"/>
                  </a:ext>
                </a:extLst>
              </p:cNvPr>
              <p:cNvSpPr txBox="1"/>
              <p:nvPr/>
            </p:nvSpPr>
            <p:spPr>
              <a:xfrm>
                <a:off x="6567811" y="2674922"/>
                <a:ext cx="349711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Conceptos:</a:t>
                </a:r>
                <a:endParaRPr lang="es-ES" sz="200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s-E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 Aleatoria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E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s-E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Modelo con Tendencia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EDDC45-2002-2D37-6F87-597E4E590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811" y="2674922"/>
                <a:ext cx="3497111" cy="1015663"/>
              </a:xfrm>
              <a:prstGeom prst="rect">
                <a:avLst/>
              </a:prstGeom>
              <a:blipFill>
                <a:blip r:embed="rId6"/>
                <a:stretch>
                  <a:fillRect l="-1742" t="-3012" r="-871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281FB33-7EED-58C2-A02B-6B4ABC993DFE}"/>
              </a:ext>
            </a:extLst>
          </p:cNvPr>
          <p:cNvSpPr txBox="1"/>
          <p:nvPr/>
        </p:nvSpPr>
        <p:spPr>
          <a:xfrm>
            <a:off x="83505" y="5327568"/>
            <a:ext cx="61722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 : Autoregresivo por “p” períodos</a:t>
            </a:r>
          </a:p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Integrado de orden “d”</a:t>
            </a:r>
          </a:p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MA: Con Medias Móviles de “q” períodos </a:t>
            </a:r>
            <a:endParaRPr lang="es-ES" sz="1600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87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36F0-A612-D7A2-F342-3EE88D60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298B4A2-D40E-B3BA-A1EF-E1CD35B375E3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27C811F-90CD-22A5-1292-27951BC72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9375C42-DC71-4118-094C-1E052123F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1D98D4-52CD-38C5-9466-0A7022D9D876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5.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Proyecciones Estocásticas: Resultados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00CF482-25CB-33EE-5AE3-347E15EDC92C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92B2D5-91C8-CBCD-B3EC-5610FD44AC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2"/>
          <a:stretch>
            <a:fillRect/>
          </a:stretch>
        </p:blipFill>
        <p:spPr>
          <a:xfrm>
            <a:off x="658766" y="2180448"/>
            <a:ext cx="10196072" cy="31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67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EE1B-69C6-4E24-B478-568EEFC7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D6CE908-4D31-57C5-A289-6670692F6464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27E7792-0793-08E7-D038-8B8FB70CC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4F42715F-6F7D-8DA8-579F-14CDB79D0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A6A9C4-BD62-7F59-F8A8-6480EABAE4E4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BB47DE3-455B-9AEA-366E-0D858A9EED80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7DD05-409A-589F-A54B-72B7ED577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DDC2BD-C499-326F-7FEF-3AF64D710497}"/>
              </a:ext>
            </a:extLst>
          </p:cNvPr>
          <p:cNvSpPr/>
          <p:nvPr/>
        </p:nvSpPr>
        <p:spPr>
          <a:xfrm>
            <a:off x="3476625" y="2282410"/>
            <a:ext cx="4314826" cy="37904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24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7ABF-EE45-9015-B15E-A4730334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B647BCF-0603-A6BB-D421-2A827331BB26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BF41E65B-0893-03BF-E39D-192A5D904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1A2D600E-0FBC-03C0-5CB6-33FA49BFF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42A113-AE9F-4F87-1C01-E1151C9A2381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22F8F9E-6D0E-8732-89D0-9E5F5CD9E052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7D7A3-84EA-A248-FBCD-B2B06C825ABA}"/>
              </a:ext>
            </a:extLst>
          </p:cNvPr>
          <p:cNvSpPr txBox="1"/>
          <p:nvPr/>
        </p:nvSpPr>
        <p:spPr>
          <a:xfrm>
            <a:off x="676275" y="1656427"/>
            <a:ext cx="733899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Comentarios Generales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Conceptos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Datos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(Género, Edad, Año Observación, Año Nacimiento)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Algoritmos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Gradient Boosting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Variable Objetivo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croll: Horizontal 2">
                <a:extLst>
                  <a:ext uri="{FF2B5EF4-FFF2-40B4-BE49-F238E27FC236}">
                    <a16:creationId xmlns:a16="http://schemas.microsoft.com/office/drawing/2014/main" id="{0C405686-DA1E-D695-1A3C-538E061ADBFD}"/>
                  </a:ext>
                </a:extLst>
              </p:cNvPr>
              <p:cNvSpPr/>
              <p:nvPr/>
            </p:nvSpPr>
            <p:spPr>
              <a:xfrm>
                <a:off x="7375382" y="4283895"/>
                <a:ext cx="4029075" cy="1729740"/>
              </a:xfrm>
              <a:prstGeom prst="horizontalScroll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400" dirty="0" err="1"/>
                  <a:t>sd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Pre>
                          <m:sPre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𝑀𝐿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</m:sup>
                    </m:sSubSup>
                    <m:r>
                      <a:rPr lang="es-E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𝑀𝐿</m:t>
                    </m:r>
                    <m:r>
                      <a:rPr lang="es-E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𝑅𝑒𝑎𝑙</m:t>
                        </m:r>
                      </m:num>
                      <m:den>
                        <m: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𝐸𝑠𝑡𝑖𝑚𝑎𝑑𝑜</m:t>
                        </m:r>
                      </m:den>
                    </m:f>
                    <m:r>
                      <a:rPr lang="es-E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Scroll: Horizontal 2">
                <a:extLst>
                  <a:ext uri="{FF2B5EF4-FFF2-40B4-BE49-F238E27FC236}">
                    <a16:creationId xmlns:a16="http://schemas.microsoft.com/office/drawing/2014/main" id="{0C405686-DA1E-D695-1A3C-538E061AD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382" y="4283895"/>
                <a:ext cx="4029075" cy="1729740"/>
              </a:xfrm>
              <a:prstGeom prst="horizont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B16CF3C-C33A-1A50-1B87-E55F61FC8887}"/>
              </a:ext>
            </a:extLst>
          </p:cNvPr>
          <p:cNvSpPr/>
          <p:nvPr/>
        </p:nvSpPr>
        <p:spPr>
          <a:xfrm rot="20958445">
            <a:off x="5142685" y="5210926"/>
            <a:ext cx="1795362" cy="316732"/>
          </a:xfrm>
          <a:prstGeom prst="rightArrow">
            <a:avLst/>
          </a:prstGeom>
          <a:solidFill>
            <a:srgbClr val="001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7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D691-6974-135F-46D3-B42885E2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8FF691E-1544-D6A7-1B6F-D3899C6035D6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9EB5B886-95E6-1C53-E952-10F38FEA9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898E9E9E-9E92-9397-78C8-2879E5F78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3C07A0-4836-51FD-902C-487478A7DC75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Automático: Resultado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9806102-EF7E-FDCC-23D6-54B9F5EBCDB6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F51BFD9-A010-F0FF-8F2A-5D38C4EB24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25" b="49027"/>
          <a:stretch>
            <a:fillRect/>
          </a:stretch>
        </p:blipFill>
        <p:spPr bwMode="auto">
          <a:xfrm>
            <a:off x="1921276" y="1414796"/>
            <a:ext cx="6415225" cy="468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23E2CD3-D8E6-82D9-FEAD-7EE05DE859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69" t="22744" b="22745"/>
          <a:stretch>
            <a:fillRect/>
          </a:stretch>
        </p:blipFill>
        <p:spPr bwMode="auto">
          <a:xfrm>
            <a:off x="9001125" y="1910454"/>
            <a:ext cx="708977" cy="368988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09ACF1-1C5C-CC91-8E16-A62CE0A6FAB0}"/>
                  </a:ext>
                </a:extLst>
              </p:cNvPr>
              <p:cNvSpPr txBox="1"/>
              <p:nvPr/>
            </p:nvSpPr>
            <p:spPr>
              <a:xfrm>
                <a:off x="10257779" y="3429000"/>
                <a:ext cx="1343671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s-E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𝑅𝑒𝑎𝑙</m:t>
                        </m:r>
                      </m:num>
                      <m:den>
                        <m: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𝐸𝑠𝑡𝑖𝑚𝑎𝑑𝑜</m:t>
                        </m:r>
                      </m:den>
                    </m:f>
                  </m:oMath>
                </a14:m>
                <a:r>
                  <a:rPr lang="en-US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- 1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09ACF1-1C5C-CC91-8E16-A62CE0A6F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7779" y="3429000"/>
                <a:ext cx="1343671" cy="498663"/>
              </a:xfrm>
              <a:prstGeom prst="rect">
                <a:avLst/>
              </a:prstGeom>
              <a:blipFill>
                <a:blip r:embed="rId5"/>
                <a:stretch>
                  <a:fillRect r="-455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796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8A67-39F3-8A46-21A2-740504FF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9E9768D-1966-CF58-3A11-2CA477E649A3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41D723C9-1C64-A605-1C32-084B25589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2B5E11BF-A9C0-00FF-3EF5-E16766D64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F2B0F2-614C-E23F-D6DA-EC5A8A595FED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0FA6E84-8AF3-E8CD-1B29-FE7433DBE94B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C3F8B8-202F-DB49-6693-75BFF5CBC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08CE84-A645-6DBB-8319-15ECC5F66882}"/>
              </a:ext>
            </a:extLst>
          </p:cNvPr>
          <p:cNvSpPr/>
          <p:nvPr/>
        </p:nvSpPr>
        <p:spPr>
          <a:xfrm>
            <a:off x="7810501" y="2847975"/>
            <a:ext cx="1447799" cy="9715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0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C98E-209A-F5CE-3C26-E82DFA6C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AAFC145-A68A-AE0F-B844-A95AFBE6DB67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697FEEA4-3201-6B83-ABF8-723D6D51C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432A6513-E25D-E71C-9D57-DD31CA6FF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48F7B1-6BDB-27F5-10F9-CFAFBE4C438D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6. Lee-Carter con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 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470DA-2A0C-80D7-FFE2-27DF8E15B9E8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7912D-2EAC-564C-8EF9-3ABF63D7C403}"/>
                  </a:ext>
                </a:extLst>
              </p:cNvPr>
              <p:cNvSpPr txBox="1"/>
              <p:nvPr/>
            </p:nvSpPr>
            <p:spPr>
              <a:xfrm>
                <a:off x="1309687" y="2255543"/>
                <a:ext cx="9572625" cy="942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Pre>
                            <m:sPrePr>
                              <m:ctrlP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e>
                          </m:sPre>
                        </m:e>
                        <m:sub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𝐿𝐶</m:t>
                          </m:r>
                        </m:sup>
                      </m:sSubSup>
                      <m:r>
                        <a:rPr lang="en-US" sz="4000" i="0">
                          <a:latin typeface="Cambria Math" panose="02040503050406030204" pitchFamily="18" charset="0"/>
                        </a:rPr>
                        <m:t>∗ </m:t>
                      </m:r>
                      <m:sSubSup>
                        <m:sSub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𝐿𝐶</m:t>
                          </m:r>
                        </m:sup>
                      </m:sSubSup>
                      <m:r>
                        <a:rPr lang="en-US" sz="4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sz="4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p>
                          </m:sSubSup>
                          <m:r>
                            <a:rPr lang="en-US" sz="4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p>
                          </m:sSubSup>
                        </m:sup>
                      </m:sSup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4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7912D-2EAC-564C-8EF9-3ABF63D7C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87" y="2255543"/>
                <a:ext cx="9572625" cy="9423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6F5F07C7-B60B-737C-80C1-CC2194BB0AD2}"/>
              </a:ext>
            </a:extLst>
          </p:cNvPr>
          <p:cNvSpPr/>
          <p:nvPr/>
        </p:nvSpPr>
        <p:spPr>
          <a:xfrm rot="16200000">
            <a:off x="3347136" y="2056315"/>
            <a:ext cx="409345" cy="2988817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913C0FC3-FB73-C9A9-5566-92510B9EFED0}"/>
              </a:ext>
            </a:extLst>
          </p:cNvPr>
          <p:cNvSpPr/>
          <p:nvPr/>
        </p:nvSpPr>
        <p:spPr>
          <a:xfrm rot="16200000">
            <a:off x="7751735" y="1610653"/>
            <a:ext cx="409345" cy="3880139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6EA5F-95DB-C1A6-EF8A-E4DD8A99FAAA}"/>
              </a:ext>
            </a:extLst>
          </p:cNvPr>
          <p:cNvSpPr txBox="1"/>
          <p:nvPr/>
        </p:nvSpPr>
        <p:spPr>
          <a:xfrm>
            <a:off x="2624992" y="3922071"/>
            <a:ext cx="185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Entrenamiento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D3D25-4CA3-D499-E097-F3EFF76A56F6}"/>
              </a:ext>
            </a:extLst>
          </p:cNvPr>
          <p:cNvSpPr txBox="1"/>
          <p:nvPr/>
        </p:nvSpPr>
        <p:spPr>
          <a:xfrm>
            <a:off x="7268727" y="3924257"/>
            <a:ext cx="137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Proyección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90F4-9D03-6329-2883-0F55025BEDF5}"/>
              </a:ext>
            </a:extLst>
          </p:cNvPr>
          <p:cNvSpPr txBox="1"/>
          <p:nvPr/>
        </p:nvSpPr>
        <p:spPr>
          <a:xfrm>
            <a:off x="5775284" y="1686571"/>
            <a:ext cx="5737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Promedio + Sensibilidad * Tendencia</a:t>
            </a:r>
          </a:p>
        </p:txBody>
      </p:sp>
    </p:spTree>
    <p:extLst>
      <p:ext uri="{BB962C8B-B14F-4D97-AF65-F5344CB8AC3E}">
        <p14:creationId xmlns:p14="http://schemas.microsoft.com/office/powerpoint/2010/main" val="2489151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F1E5-76AD-B920-34DE-CC1B715F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F91308A-DE81-60F0-06F3-F9DC03048117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2149B476-A948-7CB7-CE5E-B2C1DD0E5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2D50D15-4257-3D3F-4EE8-0D177418B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303327-5829-F36C-3072-31055FF6FCDA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7.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Métricas Estadísticas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F4C1C09-8FC0-789A-4A90-67C68FBC9700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950F0-BD8B-27E4-D4BD-A9D765018B3A}"/>
              </a:ext>
            </a:extLst>
          </p:cNvPr>
          <p:cNvSpPr txBox="1"/>
          <p:nvPr/>
        </p:nvSpPr>
        <p:spPr>
          <a:xfrm>
            <a:off x="123825" y="1629876"/>
            <a:ext cx="747512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MAPE: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Promedio Diferencias Absolutas Porcentuales.</a:t>
            </a:r>
          </a:p>
          <a:p>
            <a:pPr lvl="1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RMSE: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Promedio Diferencias Cuadráticas.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RMLSE: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Promedio Diferencias Logarítmicas Cuadráticas.</a:t>
            </a:r>
          </a:p>
        </p:txBody>
      </p:sp>
      <p:sp>
        <p:nvSpPr>
          <p:cNvPr id="7" name="Arrow: Bent 6">
            <a:extLst>
              <a:ext uri="{FF2B5EF4-FFF2-40B4-BE49-F238E27FC236}">
                <a16:creationId xmlns:a16="http://schemas.microsoft.com/office/drawing/2014/main" id="{DE38A4A4-7331-DAAE-E256-38A778CEC9E6}"/>
              </a:ext>
            </a:extLst>
          </p:cNvPr>
          <p:cNvSpPr/>
          <p:nvPr/>
        </p:nvSpPr>
        <p:spPr>
          <a:xfrm flipV="1">
            <a:off x="2143743" y="4114800"/>
            <a:ext cx="2666381" cy="904760"/>
          </a:xfrm>
          <a:prstGeom prst="bentArrow">
            <a:avLst>
              <a:gd name="adj1" fmla="val 8186"/>
              <a:gd name="adj2" fmla="val 9703"/>
              <a:gd name="adj3" fmla="val 9332"/>
              <a:gd name="adj4" fmla="val 37443"/>
            </a:avLst>
          </a:prstGeom>
          <a:solidFill>
            <a:srgbClr val="001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99B3C9-50C8-9C36-DE79-2C6B759D6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299" y="3528843"/>
            <a:ext cx="4791123" cy="261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12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096E-1010-1345-EB6B-312C6B6B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E505854-A7D6-37CF-6789-0A2530607DDA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CE359540-349F-31AD-A220-D2D3FE472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D3C8A0DD-DB4F-DA71-A304-C49D734EB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865585-6A7F-75C9-A43A-BF03748A6A7B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Resultados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B46BD1F-BAF8-2EDD-F389-1E43469888CB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6B9477-E84D-8E61-BBCC-A59A862A3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F69282-5039-2547-4AF6-59D343B402BF}"/>
              </a:ext>
            </a:extLst>
          </p:cNvPr>
          <p:cNvSpPr/>
          <p:nvPr/>
        </p:nvSpPr>
        <p:spPr>
          <a:xfrm>
            <a:off x="7850910" y="2543175"/>
            <a:ext cx="3907930" cy="11887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C440A-8156-DBA2-8C79-A6E055A20A9C}"/>
              </a:ext>
            </a:extLst>
          </p:cNvPr>
          <p:cNvSpPr/>
          <p:nvPr/>
        </p:nvSpPr>
        <p:spPr>
          <a:xfrm>
            <a:off x="2009918" y="1437959"/>
            <a:ext cx="1529988" cy="3839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39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346C-19D7-F549-5D63-E8D373BE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1369F-416D-14FD-9C49-A8E49AB2B7A1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5B4936F9-24DC-208C-105F-8EFD94430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DC809AB-0102-13BD-B73A-9EA3EFC9B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3D2750-D64A-89E9-6BE6-8D1F27172A29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Resultados: Bondad de Ajuste 1915 - 2010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C1A92AB-010E-A5E0-24BC-FBE332896D22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951BD2-E55E-09B2-62A3-B25BDF325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993" y="1595468"/>
            <a:ext cx="5260013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C03DFD-6E41-4636-EFA3-43AE4C473F6E}"/>
              </a:ext>
            </a:extLst>
          </p:cNvPr>
          <p:cNvSpPr/>
          <p:nvPr/>
        </p:nvSpPr>
        <p:spPr>
          <a:xfrm>
            <a:off x="4858328" y="2246103"/>
            <a:ext cx="3815226" cy="24308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C112A-76E9-0269-D5CD-67E38D31ADC5}"/>
              </a:ext>
            </a:extLst>
          </p:cNvPr>
          <p:cNvSpPr/>
          <p:nvPr/>
        </p:nvSpPr>
        <p:spPr>
          <a:xfrm>
            <a:off x="4839856" y="4065664"/>
            <a:ext cx="3815226" cy="24308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5B3496-1B2E-C45C-4236-330D8D891E3A}"/>
              </a:ext>
            </a:extLst>
          </p:cNvPr>
          <p:cNvSpPr/>
          <p:nvPr/>
        </p:nvSpPr>
        <p:spPr>
          <a:xfrm>
            <a:off x="2775527" y="4830156"/>
            <a:ext cx="6640946" cy="5110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3AEFF2-9310-9C8C-40A5-886F594E348D}"/>
              </a:ext>
            </a:extLst>
          </p:cNvPr>
          <p:cNvSpPr/>
          <p:nvPr/>
        </p:nvSpPr>
        <p:spPr>
          <a:xfrm>
            <a:off x="2775526" y="2701803"/>
            <a:ext cx="6640946" cy="842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75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9EDD-0699-C10B-429D-80E20CCE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65AE885-6637-BAB5-CE4C-F36D5DB286F1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DCD14888-AB90-2F53-BED0-2CCEEAF02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3AD036C-A760-AD5F-5447-872EF48F9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9CFBFB-5DEA-67B8-285B-2C80964E9049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Resultados: Capacidad Predictiva 2010-2019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7EEB5B2-594D-28A1-5C84-A1A2317C8BF1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1C3BDA-ABC8-96F0-9C2F-AACCE59BB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167" y="1600200"/>
            <a:ext cx="5255666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8668A4-FA09-5F2B-0F00-383ED1EC595A}"/>
              </a:ext>
            </a:extLst>
          </p:cNvPr>
          <p:cNvSpPr/>
          <p:nvPr/>
        </p:nvSpPr>
        <p:spPr>
          <a:xfrm>
            <a:off x="4858328" y="2246103"/>
            <a:ext cx="3815226" cy="24308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97750-0FA4-4507-9059-7DFBE4C080D0}"/>
              </a:ext>
            </a:extLst>
          </p:cNvPr>
          <p:cNvSpPr/>
          <p:nvPr/>
        </p:nvSpPr>
        <p:spPr>
          <a:xfrm>
            <a:off x="4839856" y="4065664"/>
            <a:ext cx="3815226" cy="24308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71702B-DCFC-67C1-BF0F-FCE88C3A321A}"/>
              </a:ext>
            </a:extLst>
          </p:cNvPr>
          <p:cNvSpPr/>
          <p:nvPr/>
        </p:nvSpPr>
        <p:spPr>
          <a:xfrm>
            <a:off x="2775527" y="2709713"/>
            <a:ext cx="6640946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B164E8-A3B9-F348-9174-93E8217ACCFE}"/>
              </a:ext>
            </a:extLst>
          </p:cNvPr>
          <p:cNvSpPr/>
          <p:nvPr/>
        </p:nvSpPr>
        <p:spPr>
          <a:xfrm>
            <a:off x="2775527" y="4529274"/>
            <a:ext cx="6640946" cy="8118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08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91084-0434-6268-8188-3DC266CC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8C9DD59-5A6B-666C-DD1F-4CADF1A6EC6D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DBD002AA-619F-2090-5579-BB242823F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6A7EE701-62AD-0A24-56DF-9A1891655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BA88D3-1415-986B-06F5-74DCCF9E04D4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8. Resultados: Ejemplo gráfico</a:t>
              </a:r>
              <a:endParaRPr lang="es-E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DEEC245-7587-FCA3-D7C7-0B5AC9F4EC2C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5B7B41-B296-1454-6E4F-B4EC69F5730D}"/>
              </a:ext>
            </a:extLst>
          </p:cNvPr>
          <p:cNvGrpSpPr/>
          <p:nvPr/>
        </p:nvGrpSpPr>
        <p:grpSpPr>
          <a:xfrm>
            <a:off x="1656671" y="1562100"/>
            <a:ext cx="8878658" cy="4386596"/>
            <a:chOff x="3396296" y="2433005"/>
            <a:chExt cx="5399406" cy="26676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8DA63E-5A42-56FC-5E9D-90844F0AC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4489"/>
            <a:stretch>
              <a:fillRect/>
            </a:stretch>
          </p:blipFill>
          <p:spPr bwMode="auto">
            <a:xfrm>
              <a:off x="3396297" y="2433005"/>
              <a:ext cx="5399405" cy="386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3BB5EB-076E-2F90-45EB-032C1AFB8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026" b="-560"/>
            <a:stretch>
              <a:fillRect/>
            </a:stretch>
          </p:blipFill>
          <p:spPr bwMode="auto">
            <a:xfrm>
              <a:off x="3396296" y="2819401"/>
              <a:ext cx="5399405" cy="228123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6205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A733-CE19-FF76-3173-0C449265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8E841B8-2839-2270-AC53-9C98DB12EB42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4F321F4F-C6BE-2B03-F6EF-3AF9B6DE2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8CBCF9D-29A1-6738-63BE-FF2CAE0CD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8A4453-F553-B657-0F57-0CF5D40FD28A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8. Conclusiones y Futuras líneas de investigación</a:t>
              </a:r>
              <a:endParaRPr lang="es-E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F80198B-5F9E-28D1-649E-5780F70754D7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64D64-D28B-25ED-16E5-51161B642CA7}"/>
              </a:ext>
            </a:extLst>
          </p:cNvPr>
          <p:cNvSpPr txBox="1"/>
          <p:nvPr/>
        </p:nvSpPr>
        <p:spPr>
          <a:xfrm>
            <a:off x="361302" y="2441417"/>
            <a:ext cx="62658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Mejores modelos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No se puede rechazar la hipótesis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Más datos para ML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Análisis de Robustez, más países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Análisis económico de riesgos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56380-671F-E68E-4578-856F9C959990}"/>
              </a:ext>
            </a:extLst>
          </p:cNvPr>
          <p:cNvSpPr txBox="1"/>
          <p:nvPr/>
        </p:nvSpPr>
        <p:spPr>
          <a:xfrm>
            <a:off x="7473224" y="2656860"/>
            <a:ext cx="42050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“La hipótesis de trabajo sostiene que la utilización de técnicas de aprendizaje automático en la estimación de parámetros para modelos estocásticos conduce a una mejora estadística significativa tanto en la capacidad de ajuste a los datos históricos como en el poder de predicción de tasas futuras”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963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9F9D-13E8-1EED-4E2D-55E2DB71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34D5F1E-AAD7-AB8F-0C66-961CBAD87AF3}"/>
              </a:ext>
            </a:extLst>
          </p:cNvPr>
          <p:cNvGrpSpPr/>
          <p:nvPr/>
        </p:nvGrpSpPr>
        <p:grpSpPr>
          <a:xfrm>
            <a:off x="0" y="2338185"/>
            <a:ext cx="12120368" cy="2181629"/>
            <a:chOff x="0" y="-381345"/>
            <a:chExt cx="12120368" cy="2181629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01F804F7-DB83-9B74-17A6-3409F21A1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340246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9B25A992-89BD-4089-1B89-3FFED2F0C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340246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BAAF3E-D9E9-61B8-1E2D-D7B2E8E9E160}"/>
                </a:ext>
              </a:extLst>
            </p:cNvPr>
            <p:cNvSpPr/>
            <p:nvPr/>
          </p:nvSpPr>
          <p:spPr>
            <a:xfrm>
              <a:off x="0" y="-381345"/>
              <a:ext cx="10257779" cy="2181629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0" i="1" dirty="0">
                  <a:latin typeface="Arial" panose="020B0604020202020204" pitchFamily="34" charset="0"/>
                  <a:cs typeface="Arial" panose="020B0604020202020204" pitchFamily="34" charset="0"/>
                </a:rPr>
                <a:t>!! GRACIAS !!</a:t>
              </a:r>
              <a:endParaRPr lang="es-ES" sz="4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01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478</Words>
  <Application>Microsoft Office PowerPoint</Application>
  <PresentationFormat>Widescreen</PresentationFormat>
  <Paragraphs>116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Nahuel  Olivero</dc:creator>
  <cp:lastModifiedBy>Franco Nahuel  Olivero</cp:lastModifiedBy>
  <cp:revision>3</cp:revision>
  <dcterms:created xsi:type="dcterms:W3CDTF">2026-03-03T02:42:36Z</dcterms:created>
  <dcterms:modified xsi:type="dcterms:W3CDTF">2026-03-16T04:01:54Z</dcterms:modified>
</cp:coreProperties>
</file>