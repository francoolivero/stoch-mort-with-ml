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4" r:id="rId3"/>
    <p:sldId id="262" r:id="rId4"/>
    <p:sldId id="260" r:id="rId5"/>
    <p:sldId id="275" r:id="rId6"/>
    <p:sldId id="276" r:id="rId7"/>
    <p:sldId id="263" r:id="rId8"/>
    <p:sldId id="270" r:id="rId9"/>
    <p:sldId id="277" r:id="rId10"/>
    <p:sldId id="279" r:id="rId11"/>
    <p:sldId id="272" r:id="rId12"/>
    <p:sldId id="287" r:id="rId13"/>
    <p:sldId id="273" r:id="rId14"/>
    <p:sldId id="282" r:id="rId15"/>
    <p:sldId id="283" r:id="rId16"/>
    <p:sldId id="286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FAE"/>
    <a:srgbClr val="2E5175"/>
    <a:srgbClr val="FFFFFF"/>
    <a:srgbClr val="0000FF"/>
    <a:srgbClr val="001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0C9A1-F240-4DD4-9B93-988CA2B92B00}" v="2998" dt="2026-03-19T08:28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30" autoAdjust="0"/>
  </p:normalViewPr>
  <p:slideViewPr>
    <p:cSldViewPr snapToGrid="0">
      <p:cViewPr varScale="1">
        <p:scale>
          <a:sx n="86" d="100"/>
          <a:sy n="86" d="100"/>
        </p:scale>
        <p:origin x="15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o Nahuel  Olivero" userId="3356e92f-d4c7-44bf-acc4-228650985dd9" providerId="ADAL" clId="{1DA48DC3-AABE-4F36-9B25-8ECD4C303BB7}"/>
    <pc:docChg chg="undo custSel addSld delSld modSld sldOrd">
      <pc:chgData name="Franco Nahuel  Olivero" userId="3356e92f-d4c7-44bf-acc4-228650985dd9" providerId="ADAL" clId="{1DA48DC3-AABE-4F36-9B25-8ECD4C303BB7}" dt="2026-03-19T20:42:40.459" v="12833" actId="5793"/>
      <pc:docMkLst>
        <pc:docMk/>
      </pc:docMkLst>
      <pc:sldChg chg="modSp mod">
        <pc:chgData name="Franco Nahuel  Olivero" userId="3356e92f-d4c7-44bf-acc4-228650985dd9" providerId="ADAL" clId="{1DA48DC3-AABE-4F36-9B25-8ECD4C303BB7}" dt="2026-03-19T00:14:45.118" v="4860" actId="1076"/>
        <pc:sldMkLst>
          <pc:docMk/>
          <pc:sldMk cId="876614097" sldId="256"/>
        </pc:sldMkLst>
        <pc:spChg chg="mod">
          <ac:chgData name="Franco Nahuel  Olivero" userId="3356e92f-d4c7-44bf-acc4-228650985dd9" providerId="ADAL" clId="{1DA48DC3-AABE-4F36-9B25-8ECD4C303BB7}" dt="2026-03-19T00:14:45.118" v="4860" actId="1076"/>
          <ac:spMkLst>
            <pc:docMk/>
            <pc:sldMk cId="876614097" sldId="256"/>
            <ac:spMk id="2" creationId="{F2D1AF1E-BA5C-444D-AC33-33B7BCFFEC2A}"/>
          </ac:spMkLst>
        </pc:spChg>
        <pc:spChg chg="mod">
          <ac:chgData name="Franco Nahuel  Olivero" userId="3356e92f-d4c7-44bf-acc4-228650985dd9" providerId="ADAL" clId="{1DA48DC3-AABE-4F36-9B25-8ECD4C303BB7}" dt="2026-03-18T23:43:37.721" v="4572" actId="1076"/>
          <ac:spMkLst>
            <pc:docMk/>
            <pc:sldMk cId="876614097" sldId="256"/>
            <ac:spMk id="7" creationId="{EEEEAB69-9C6C-BE6D-A838-AA652E0A0FAB}"/>
          </ac:spMkLst>
        </pc:spChg>
      </pc:sldChg>
      <pc:sldChg chg="del">
        <pc:chgData name="Franco Nahuel  Olivero" userId="3356e92f-d4c7-44bf-acc4-228650985dd9" providerId="ADAL" clId="{1DA48DC3-AABE-4F36-9B25-8ECD4C303BB7}" dt="2026-03-18T22:50:02.918" v="4516" actId="47"/>
        <pc:sldMkLst>
          <pc:docMk/>
          <pc:sldMk cId="193845542" sldId="257"/>
        </pc:sldMkLst>
      </pc:sldChg>
      <pc:sldChg chg="del">
        <pc:chgData name="Franco Nahuel  Olivero" userId="3356e92f-d4c7-44bf-acc4-228650985dd9" providerId="ADAL" clId="{1DA48DC3-AABE-4F36-9B25-8ECD4C303BB7}" dt="2026-03-18T23:40:15.061" v="4517" actId="47"/>
        <pc:sldMkLst>
          <pc:docMk/>
          <pc:sldMk cId="1999680536" sldId="259"/>
        </pc:sldMkLst>
      </pc:sldChg>
      <pc:sldChg chg="modSp mod ord modNotesTx">
        <pc:chgData name="Franco Nahuel  Olivero" userId="3356e92f-d4c7-44bf-acc4-228650985dd9" providerId="ADAL" clId="{1DA48DC3-AABE-4F36-9B25-8ECD4C303BB7}" dt="2026-03-19T07:39:10.813" v="9189" actId="20577"/>
        <pc:sldMkLst>
          <pc:docMk/>
          <pc:sldMk cId="2657622400" sldId="260"/>
        </pc:sldMkLst>
        <pc:spChg chg="mod">
          <ac:chgData name="Franco Nahuel  Olivero" userId="3356e92f-d4c7-44bf-acc4-228650985dd9" providerId="ADAL" clId="{1DA48DC3-AABE-4F36-9B25-8ECD4C303BB7}" dt="2026-03-19T07:37:53.598" v="9062" actId="20577"/>
          <ac:spMkLst>
            <pc:docMk/>
            <pc:sldMk cId="2657622400" sldId="260"/>
            <ac:spMk id="30" creationId="{50BDFE48-55AD-54EA-4BFB-2DF62725B82A}"/>
          </ac:spMkLst>
        </pc:spChg>
      </pc:sldChg>
      <pc:sldChg chg="addSp modSp mod modNotesTx">
        <pc:chgData name="Franco Nahuel  Olivero" userId="3356e92f-d4c7-44bf-acc4-228650985dd9" providerId="ADAL" clId="{1DA48DC3-AABE-4F36-9B25-8ECD4C303BB7}" dt="2026-03-19T07:23:28.917" v="8116" actId="313"/>
        <pc:sldMkLst>
          <pc:docMk/>
          <pc:sldMk cId="3157002735" sldId="262"/>
        </pc:sldMkLst>
        <pc:spChg chg="add mod">
          <ac:chgData name="Franco Nahuel  Olivero" userId="3356e92f-d4c7-44bf-acc4-228650985dd9" providerId="ADAL" clId="{1DA48DC3-AABE-4F36-9B25-8ECD4C303BB7}" dt="2026-03-19T06:02:42.679" v="7174" actId="20577"/>
          <ac:spMkLst>
            <pc:docMk/>
            <pc:sldMk cId="3157002735" sldId="262"/>
            <ac:spMk id="4" creationId="{12AFDAE5-2D81-E63D-6F32-BFE6418407BA}"/>
          </ac:spMkLst>
        </pc:spChg>
        <pc:spChg chg="mod">
          <ac:chgData name="Franco Nahuel  Olivero" userId="3356e92f-d4c7-44bf-acc4-228650985dd9" providerId="ADAL" clId="{1DA48DC3-AABE-4F36-9B25-8ECD4C303BB7}" dt="2026-03-19T07:22:06.044" v="7816" actId="20577"/>
          <ac:spMkLst>
            <pc:docMk/>
            <pc:sldMk cId="3157002735" sldId="262"/>
            <ac:spMk id="27" creationId="{6376CF68-88F3-7CA9-D58C-84CF0C4CCB05}"/>
          </ac:spMkLst>
        </pc:spChg>
        <pc:spChg chg="mod">
          <ac:chgData name="Franco Nahuel  Olivero" userId="3356e92f-d4c7-44bf-acc4-228650985dd9" providerId="ADAL" clId="{1DA48DC3-AABE-4F36-9B25-8ECD4C303BB7}" dt="2026-03-19T00:33:05.234" v="5138" actId="20577"/>
          <ac:spMkLst>
            <pc:docMk/>
            <pc:sldMk cId="3157002735" sldId="262"/>
            <ac:spMk id="30" creationId="{DED6D53F-FF61-D91D-7F22-E75470DEDED9}"/>
          </ac:spMkLst>
        </pc:spChg>
        <pc:cxnChg chg="mod">
          <ac:chgData name="Franco Nahuel  Olivero" userId="3356e92f-d4c7-44bf-acc4-228650985dd9" providerId="ADAL" clId="{1DA48DC3-AABE-4F36-9B25-8ECD4C303BB7}" dt="2026-03-19T00:33:13.504" v="5139" actId="14100"/>
          <ac:cxnSpMkLst>
            <pc:docMk/>
            <pc:sldMk cId="3157002735" sldId="262"/>
            <ac:cxnSpMk id="18" creationId="{07438E09-5A00-004E-780D-2B315BCA2A40}"/>
          </ac:cxnSpMkLst>
        </pc:cxnChg>
      </pc:sldChg>
      <pc:sldChg chg="addSp delSp modSp mod">
        <pc:chgData name="Franco Nahuel  Olivero" userId="3356e92f-d4c7-44bf-acc4-228650985dd9" providerId="ADAL" clId="{1DA48DC3-AABE-4F36-9B25-8ECD4C303BB7}" dt="2026-03-19T05:01:26.957" v="6895" actId="14100"/>
        <pc:sldMkLst>
          <pc:docMk/>
          <pc:sldMk cId="3043233976" sldId="263"/>
        </pc:sldMkLst>
        <pc:spChg chg="mod">
          <ac:chgData name="Franco Nahuel  Olivero" userId="3356e92f-d4c7-44bf-acc4-228650985dd9" providerId="ADAL" clId="{1DA48DC3-AABE-4F36-9B25-8ECD4C303BB7}" dt="2026-03-19T05:01:26.957" v="6895" actId="14100"/>
          <ac:spMkLst>
            <pc:docMk/>
            <pc:sldMk cId="3043233976" sldId="263"/>
            <ac:spMk id="3" creationId="{0A57CB22-B4D3-19F5-ADD1-33DD30B5A63C}"/>
          </ac:spMkLst>
        </pc:spChg>
        <pc:spChg chg="del mod">
          <ac:chgData name="Franco Nahuel  Olivero" userId="3356e92f-d4c7-44bf-acc4-228650985dd9" providerId="ADAL" clId="{1DA48DC3-AABE-4F36-9B25-8ECD4C303BB7}" dt="2026-03-19T00:52:03.383" v="5172" actId="478"/>
          <ac:spMkLst>
            <pc:docMk/>
            <pc:sldMk cId="3043233976" sldId="263"/>
            <ac:spMk id="4" creationId="{00431BE4-FE94-A23E-8777-6641FC3F4DA7}"/>
          </ac:spMkLst>
        </pc:spChg>
        <pc:picChg chg="del">
          <ac:chgData name="Franco Nahuel  Olivero" userId="3356e92f-d4c7-44bf-acc4-228650985dd9" providerId="ADAL" clId="{1DA48DC3-AABE-4F36-9B25-8ECD4C303BB7}" dt="2026-03-19T00:51:41.985" v="5166" actId="478"/>
          <ac:picMkLst>
            <pc:docMk/>
            <pc:sldMk cId="3043233976" sldId="263"/>
            <ac:picMk id="2" creationId="{BA0F648A-A14C-D116-A78E-1DF25AD71C6B}"/>
          </ac:picMkLst>
        </pc:picChg>
        <pc:picChg chg="add del mod ord">
          <ac:chgData name="Franco Nahuel  Olivero" userId="3356e92f-d4c7-44bf-acc4-228650985dd9" providerId="ADAL" clId="{1DA48DC3-AABE-4F36-9B25-8ECD4C303BB7}" dt="2026-03-19T02:03:53.395" v="5563" actId="478"/>
          <ac:picMkLst>
            <pc:docMk/>
            <pc:sldMk cId="3043233976" sldId="263"/>
            <ac:picMk id="5" creationId="{972B706D-432E-2C4F-D955-DBF9CD085AF6}"/>
          </ac:picMkLst>
        </pc:picChg>
        <pc:picChg chg="add mod">
          <ac:chgData name="Franco Nahuel  Olivero" userId="3356e92f-d4c7-44bf-acc4-228650985dd9" providerId="ADAL" clId="{1DA48DC3-AABE-4F36-9B25-8ECD4C303BB7}" dt="2026-03-19T02:03:51.283" v="5562"/>
          <ac:picMkLst>
            <pc:docMk/>
            <pc:sldMk cId="3043233976" sldId="263"/>
            <ac:picMk id="6" creationId="{02C26C28-1F99-635F-1712-17DC49E4F28F}"/>
          </ac:picMkLst>
        </pc:picChg>
        <pc:picChg chg="add mod ord">
          <ac:chgData name="Franco Nahuel  Olivero" userId="3356e92f-d4c7-44bf-acc4-228650985dd9" providerId="ADAL" clId="{1DA48DC3-AABE-4F36-9B25-8ECD4C303BB7}" dt="2026-03-19T05:01:20.042" v="6893" actId="167"/>
          <ac:picMkLst>
            <pc:docMk/>
            <pc:sldMk cId="3043233976" sldId="263"/>
            <ac:picMk id="7" creationId="{B16AA2C3-E960-403B-5CD1-AA4AB400FD29}"/>
          </ac:picMkLst>
        </pc:picChg>
      </pc:sldChg>
      <pc:sldChg chg="addSp delSp modSp mod">
        <pc:chgData name="Franco Nahuel  Olivero" userId="3356e92f-d4c7-44bf-acc4-228650985dd9" providerId="ADAL" clId="{1DA48DC3-AABE-4F36-9B25-8ECD4C303BB7}" dt="2026-03-19T07:34:23.143" v="9026" actId="20577"/>
        <pc:sldMkLst>
          <pc:docMk/>
          <pc:sldMk cId="150822507" sldId="264"/>
        </pc:sldMkLst>
        <pc:spChg chg="mod">
          <ac:chgData name="Franco Nahuel  Olivero" userId="3356e92f-d4c7-44bf-acc4-228650985dd9" providerId="ADAL" clId="{1DA48DC3-AABE-4F36-9B25-8ECD4C303BB7}" dt="2026-03-19T07:34:23.143" v="9026" actId="20577"/>
          <ac:spMkLst>
            <pc:docMk/>
            <pc:sldMk cId="150822507" sldId="264"/>
            <ac:spMk id="30" creationId="{A6B47B0B-A531-C32C-6E0E-6CBF0C3F7CF3}"/>
          </ac:spMkLst>
        </pc:spChg>
      </pc:sldChg>
      <pc:sldChg chg="addSp delSp modSp del mod">
        <pc:chgData name="Franco Nahuel  Olivero" userId="3356e92f-d4c7-44bf-acc4-228650985dd9" providerId="ADAL" clId="{1DA48DC3-AABE-4F36-9B25-8ECD4C303BB7}" dt="2026-03-19T01:55:14.067" v="5465" actId="47"/>
        <pc:sldMkLst>
          <pc:docMk/>
          <pc:sldMk cId="2678991103" sldId="265"/>
        </pc:sldMkLst>
      </pc:sldChg>
      <pc:sldChg chg="addSp delSp modSp del mod ord">
        <pc:chgData name="Franco Nahuel  Olivero" userId="3356e92f-d4c7-44bf-acc4-228650985dd9" providerId="ADAL" clId="{1DA48DC3-AABE-4F36-9B25-8ECD4C303BB7}" dt="2026-03-19T07:15:38.486" v="7529" actId="47"/>
        <pc:sldMkLst>
          <pc:docMk/>
          <pc:sldMk cId="2424454698" sldId="266"/>
        </pc:sldMkLst>
        <pc:spChg chg="mod">
          <ac:chgData name="Franco Nahuel  Olivero" userId="3356e92f-d4c7-44bf-acc4-228650985dd9" providerId="ADAL" clId="{1DA48DC3-AABE-4F36-9B25-8ECD4C303BB7}" dt="2026-03-19T03:45:44.976" v="6600" actId="20577"/>
          <ac:spMkLst>
            <pc:docMk/>
            <pc:sldMk cId="2424454698" sldId="266"/>
            <ac:spMk id="13" creationId="{B1C0C169-96D7-F465-3284-2B35359AD19A}"/>
          </ac:spMkLst>
        </pc:spChg>
        <pc:spChg chg="add mod">
          <ac:chgData name="Franco Nahuel  Olivero" userId="3356e92f-d4c7-44bf-acc4-228650985dd9" providerId="ADAL" clId="{1DA48DC3-AABE-4F36-9B25-8ECD4C303BB7}" dt="2026-03-19T02:05:05.173" v="5603" actId="122"/>
          <ac:spMkLst>
            <pc:docMk/>
            <pc:sldMk cId="2424454698" sldId="266"/>
            <ac:spMk id="14" creationId="{6F029AE5-F79C-734C-3F30-33F910FE0643}"/>
          </ac:spMkLst>
        </pc:spChg>
        <pc:spChg chg="add mod">
          <ac:chgData name="Franco Nahuel  Olivero" userId="3356e92f-d4c7-44bf-acc4-228650985dd9" providerId="ADAL" clId="{1DA48DC3-AABE-4F36-9B25-8ECD4C303BB7}" dt="2026-03-19T02:04:59.046" v="5599" actId="122"/>
          <ac:spMkLst>
            <pc:docMk/>
            <pc:sldMk cId="2424454698" sldId="266"/>
            <ac:spMk id="15" creationId="{AD531264-E7D0-46AA-3467-4A0BEC3E4BD4}"/>
          </ac:spMkLst>
        </pc:spChg>
      </pc:sldChg>
      <pc:sldChg chg="addSp delSp modSp del mod">
        <pc:chgData name="Franco Nahuel  Olivero" userId="3356e92f-d4c7-44bf-acc4-228650985dd9" providerId="ADAL" clId="{1DA48DC3-AABE-4F36-9B25-8ECD4C303BB7}" dt="2026-03-19T01:06:30.641" v="5300" actId="47"/>
        <pc:sldMkLst>
          <pc:docMk/>
          <pc:sldMk cId="3501112656" sldId="267"/>
        </pc:sldMkLst>
      </pc:sldChg>
      <pc:sldChg chg="addSp delSp modSp del mod">
        <pc:chgData name="Franco Nahuel  Olivero" userId="3356e92f-d4c7-44bf-acc4-228650985dd9" providerId="ADAL" clId="{1DA48DC3-AABE-4F36-9B25-8ECD4C303BB7}" dt="2026-03-19T02:10:45.573" v="5826" actId="47"/>
        <pc:sldMkLst>
          <pc:docMk/>
          <pc:sldMk cId="1233375206" sldId="268"/>
        </pc:sldMkLst>
      </pc:sldChg>
      <pc:sldChg chg="addSp delSp modSp add mod ord modNotesTx">
        <pc:chgData name="Franco Nahuel  Olivero" userId="3356e92f-d4c7-44bf-acc4-228650985dd9" providerId="ADAL" clId="{1DA48DC3-AABE-4F36-9B25-8ECD4C303BB7}" dt="2026-03-19T20:42:40.459" v="12833" actId="5793"/>
        <pc:sldMkLst>
          <pc:docMk/>
          <pc:sldMk cId="3234913307" sldId="270"/>
        </pc:sldMkLst>
        <pc:spChg chg="add mod">
          <ac:chgData name="Franco Nahuel  Olivero" userId="3356e92f-d4c7-44bf-acc4-228650985dd9" providerId="ADAL" clId="{1DA48DC3-AABE-4F36-9B25-8ECD4C303BB7}" dt="2026-03-19T20:42:40.459" v="12833" actId="5793"/>
          <ac:spMkLst>
            <pc:docMk/>
            <pc:sldMk cId="3234913307" sldId="270"/>
            <ac:spMk id="3" creationId="{1043C268-66D4-61AB-EBFC-8F3890677959}"/>
          </ac:spMkLst>
        </pc:spChg>
        <pc:spChg chg="mod">
          <ac:chgData name="Franco Nahuel  Olivero" userId="3356e92f-d4c7-44bf-acc4-228650985dd9" providerId="ADAL" clId="{1DA48DC3-AABE-4F36-9B25-8ECD4C303BB7}" dt="2026-03-19T02:51:31.273" v="6145" actId="20577"/>
          <ac:spMkLst>
            <pc:docMk/>
            <pc:sldMk cId="3234913307" sldId="270"/>
            <ac:spMk id="13" creationId="{2079D42F-5608-525E-1E65-531113E45836}"/>
          </ac:spMkLst>
        </pc:spChg>
      </pc:sldChg>
      <pc:sldChg chg="addSp delSp modSp add del mod">
        <pc:chgData name="Franco Nahuel  Olivero" userId="3356e92f-d4c7-44bf-acc4-228650985dd9" providerId="ADAL" clId="{1DA48DC3-AABE-4F36-9B25-8ECD4C303BB7}" dt="2026-03-19T06:00:15.642" v="7051" actId="47"/>
        <pc:sldMkLst>
          <pc:docMk/>
          <pc:sldMk cId="2104153816" sldId="271"/>
        </pc:sldMkLst>
        <pc:spChg chg="add mod">
          <ac:chgData name="Franco Nahuel  Olivero" userId="3356e92f-d4c7-44bf-acc4-228650985dd9" providerId="ADAL" clId="{1DA48DC3-AABE-4F36-9B25-8ECD4C303BB7}" dt="2026-03-19T01:56:19.668" v="5473" actId="20577"/>
          <ac:spMkLst>
            <pc:docMk/>
            <pc:sldMk cId="2104153816" sldId="271"/>
            <ac:spMk id="2" creationId="{6650ECE1-EE6D-7E3E-F8A2-7E564B6DF864}"/>
          </ac:spMkLst>
        </pc:spChg>
        <pc:spChg chg="add mod">
          <ac:chgData name="Franco Nahuel  Olivero" userId="3356e92f-d4c7-44bf-acc4-228650985dd9" providerId="ADAL" clId="{1DA48DC3-AABE-4F36-9B25-8ECD4C303BB7}" dt="2026-03-19T01:55:31.842" v="5468" actId="1076"/>
          <ac:spMkLst>
            <pc:docMk/>
            <pc:sldMk cId="2104153816" sldId="271"/>
            <ac:spMk id="3" creationId="{D73DE4CC-0B01-EEF4-936E-4B52842E6AB1}"/>
          </ac:spMkLst>
        </pc:spChg>
        <pc:spChg chg="add mod">
          <ac:chgData name="Franco Nahuel  Olivero" userId="3356e92f-d4c7-44bf-acc4-228650985dd9" providerId="ADAL" clId="{1DA48DC3-AABE-4F36-9B25-8ECD4C303BB7}" dt="2026-03-19T05:03:12.583" v="6902" actId="1076"/>
          <ac:spMkLst>
            <pc:docMk/>
            <pc:sldMk cId="2104153816" sldId="271"/>
            <ac:spMk id="5" creationId="{553A3600-A6F9-AF18-C04B-CE58376B8DAD}"/>
          </ac:spMkLst>
        </pc:spChg>
        <pc:spChg chg="add mod">
          <ac:chgData name="Franco Nahuel  Olivero" userId="3356e92f-d4c7-44bf-acc4-228650985dd9" providerId="ADAL" clId="{1DA48DC3-AABE-4F36-9B25-8ECD4C303BB7}" dt="2026-03-19T01:56:40.690" v="5476" actId="14100"/>
          <ac:spMkLst>
            <pc:docMk/>
            <pc:sldMk cId="2104153816" sldId="271"/>
            <ac:spMk id="6" creationId="{1CD0E524-0709-637C-4021-DC8EBDD3D90E}"/>
          </ac:spMkLst>
        </pc:spChg>
        <pc:spChg chg="add del mod">
          <ac:chgData name="Franco Nahuel  Olivero" userId="3356e92f-d4c7-44bf-acc4-228650985dd9" providerId="ADAL" clId="{1DA48DC3-AABE-4F36-9B25-8ECD4C303BB7}" dt="2026-03-19T01:56:15.091" v="5471" actId="478"/>
          <ac:spMkLst>
            <pc:docMk/>
            <pc:sldMk cId="2104153816" sldId="271"/>
            <ac:spMk id="8" creationId="{0ABD7C63-CF44-1DA4-6506-328B65B9E182}"/>
          </ac:spMkLst>
        </pc:spChg>
        <pc:spChg chg="add mod">
          <ac:chgData name="Franco Nahuel  Olivero" userId="3356e92f-d4c7-44bf-acc4-228650985dd9" providerId="ADAL" clId="{1DA48DC3-AABE-4F36-9B25-8ECD4C303BB7}" dt="2026-03-19T05:03:49.118" v="6918" actId="1076"/>
          <ac:spMkLst>
            <pc:docMk/>
            <pc:sldMk cId="2104153816" sldId="271"/>
            <ac:spMk id="9" creationId="{411655F0-F071-BA1F-D998-A9BEEC51A589}"/>
          </ac:spMkLst>
        </pc:spChg>
        <pc:spChg chg="add del mod">
          <ac:chgData name="Franco Nahuel  Olivero" userId="3356e92f-d4c7-44bf-acc4-228650985dd9" providerId="ADAL" clId="{1DA48DC3-AABE-4F36-9B25-8ECD4C303BB7}" dt="2026-03-19T05:03:22.970" v="6903" actId="478"/>
          <ac:spMkLst>
            <pc:docMk/>
            <pc:sldMk cId="2104153816" sldId="271"/>
            <ac:spMk id="10" creationId="{79B3995C-CDEF-DA73-B5A2-420AB49D33D1}"/>
          </ac:spMkLst>
        </pc:spChg>
        <pc:spChg chg="mod">
          <ac:chgData name="Franco Nahuel  Olivero" userId="3356e92f-d4c7-44bf-acc4-228650985dd9" providerId="ADAL" clId="{1DA48DC3-AABE-4F36-9B25-8ECD4C303BB7}" dt="2026-03-19T02:51:35.394" v="6147" actId="20577"/>
          <ac:spMkLst>
            <pc:docMk/>
            <pc:sldMk cId="2104153816" sldId="271"/>
            <ac:spMk id="13" creationId="{0112059F-F0FD-A265-DA42-E7046E8A8F9F}"/>
          </ac:spMkLst>
        </pc:spChg>
      </pc:sldChg>
      <pc:sldChg chg="addSp delSp modSp add mod modNotesTx">
        <pc:chgData name="Franco Nahuel  Olivero" userId="3356e92f-d4c7-44bf-acc4-228650985dd9" providerId="ADAL" clId="{1DA48DC3-AABE-4F36-9B25-8ECD4C303BB7}" dt="2026-03-19T08:28:59.545" v="12365" actId="20577"/>
        <pc:sldMkLst>
          <pc:docMk/>
          <pc:sldMk cId="4567280" sldId="272"/>
        </pc:sldMkLst>
        <pc:spChg chg="add mod ord">
          <ac:chgData name="Franco Nahuel  Olivero" userId="3356e92f-d4c7-44bf-acc4-228650985dd9" providerId="ADAL" clId="{1DA48DC3-AABE-4F36-9B25-8ECD4C303BB7}" dt="2026-03-19T08:28:59.545" v="12365" actId="20577"/>
          <ac:spMkLst>
            <pc:docMk/>
            <pc:sldMk cId="4567280" sldId="272"/>
            <ac:spMk id="2" creationId="{9597D7A3-84EA-A248-FBCD-B2B06C825ABA}"/>
          </ac:spMkLst>
        </pc:spChg>
        <pc:spChg chg="add del mod">
          <ac:chgData name="Franco Nahuel  Olivero" userId="3356e92f-d4c7-44bf-acc4-228650985dd9" providerId="ADAL" clId="{1DA48DC3-AABE-4F36-9B25-8ECD4C303BB7}" dt="2026-03-19T07:14:50.813" v="7491" actId="478"/>
          <ac:spMkLst>
            <pc:docMk/>
            <pc:sldMk cId="4567280" sldId="272"/>
            <ac:spMk id="3" creationId="{0C405686-DA1E-D695-1A3C-538E061ADBFD}"/>
          </ac:spMkLst>
        </pc:spChg>
        <pc:spChg chg="add del mod">
          <ac:chgData name="Franco Nahuel  Olivero" userId="3356e92f-d4c7-44bf-acc4-228650985dd9" providerId="ADAL" clId="{1DA48DC3-AABE-4F36-9B25-8ECD4C303BB7}" dt="2026-03-19T07:15:13.314" v="7522" actId="478"/>
          <ac:spMkLst>
            <pc:docMk/>
            <pc:sldMk cId="4567280" sldId="272"/>
            <ac:spMk id="8" creationId="{8B16CF3C-C33A-1A50-1B87-E55F61FC8887}"/>
          </ac:spMkLst>
        </pc:spChg>
        <pc:spChg chg="mod">
          <ac:chgData name="Franco Nahuel  Olivero" userId="3356e92f-d4c7-44bf-acc4-228650985dd9" providerId="ADAL" clId="{1DA48DC3-AABE-4F36-9B25-8ECD4C303BB7}" dt="2026-03-19T02:51:54.861" v="6157" actId="20577"/>
          <ac:spMkLst>
            <pc:docMk/>
            <pc:sldMk cId="4567280" sldId="272"/>
            <ac:spMk id="13" creationId="{3942A113-AE9F-4F87-1C01-E1151C9A2381}"/>
          </ac:spMkLst>
        </pc:spChg>
      </pc:sldChg>
      <pc:sldChg chg="addSp delSp modSp add mod ord modNotesTx">
        <pc:chgData name="Franco Nahuel  Olivero" userId="3356e92f-d4c7-44bf-acc4-228650985dd9" providerId="ADAL" clId="{1DA48DC3-AABE-4F36-9B25-8ECD4C303BB7}" dt="2026-03-19T08:38:31.037" v="12640" actId="14100"/>
        <pc:sldMkLst>
          <pc:docMk/>
          <pc:sldMk cId="2873667438" sldId="273"/>
        </pc:sldMkLst>
        <pc:spChg chg="add mod">
          <ac:chgData name="Franco Nahuel  Olivero" userId="3356e92f-d4c7-44bf-acc4-228650985dd9" providerId="ADAL" clId="{1DA48DC3-AABE-4F36-9B25-8ECD4C303BB7}" dt="2026-03-19T06:01:10.355" v="7151" actId="1076"/>
          <ac:spMkLst>
            <pc:docMk/>
            <pc:sldMk cId="2873667438" sldId="273"/>
            <ac:spMk id="2" creationId="{6F49FEDF-8480-F866-9DE2-C4AE7CBBF9FD}"/>
          </ac:spMkLst>
        </pc:spChg>
        <pc:spChg chg="add mod">
          <ac:chgData name="Franco Nahuel  Olivero" userId="3356e92f-d4c7-44bf-acc4-228650985dd9" providerId="ADAL" clId="{1DA48DC3-AABE-4F36-9B25-8ECD4C303BB7}" dt="2026-03-19T06:01:12.297" v="7152" actId="1076"/>
          <ac:spMkLst>
            <pc:docMk/>
            <pc:sldMk cId="2873667438" sldId="273"/>
            <ac:spMk id="3" creationId="{4FF30728-E9D1-78EB-AA22-C2DD8340BA57}"/>
          </ac:spMkLst>
        </pc:spChg>
        <pc:spChg chg="add mod">
          <ac:chgData name="Franco Nahuel  Olivero" userId="3356e92f-d4c7-44bf-acc4-228650985dd9" providerId="ADAL" clId="{1DA48DC3-AABE-4F36-9B25-8ECD4C303BB7}" dt="2026-03-19T05:05:45" v="7041" actId="113"/>
          <ac:spMkLst>
            <pc:docMk/>
            <pc:sldMk cId="2873667438" sldId="273"/>
            <ac:spMk id="4" creationId="{8B6056AA-CDE8-8A55-678D-3F5FBE14B615}"/>
          </ac:spMkLst>
        </pc:spChg>
        <pc:spChg chg="mod">
          <ac:chgData name="Franco Nahuel  Olivero" userId="3356e92f-d4c7-44bf-acc4-228650985dd9" providerId="ADAL" clId="{1DA48DC3-AABE-4F36-9B25-8ECD4C303BB7}" dt="2026-03-19T02:51:39.164" v="6149" actId="20577"/>
          <ac:spMkLst>
            <pc:docMk/>
            <pc:sldMk cId="2873667438" sldId="273"/>
            <ac:spMk id="13" creationId="{641D98D4-52CD-38C5-9466-0A7022D9D876}"/>
          </ac:spMkLst>
        </pc:spChg>
        <pc:picChg chg="add mod modCrop">
          <ac:chgData name="Franco Nahuel  Olivero" userId="3356e92f-d4c7-44bf-acc4-228650985dd9" providerId="ADAL" clId="{1DA48DC3-AABE-4F36-9B25-8ECD4C303BB7}" dt="2026-03-19T08:38:31.037" v="12640" actId="14100"/>
          <ac:picMkLst>
            <pc:docMk/>
            <pc:sldMk cId="2873667438" sldId="273"/>
            <ac:picMk id="9" creationId="{DD92B2D5-91C8-CBCD-B3EC-5610FD44AC24}"/>
          </ac:picMkLst>
        </pc:picChg>
      </pc:sldChg>
      <pc:sldChg chg="addSp delSp modSp add del mod ord">
        <pc:chgData name="Franco Nahuel  Olivero" userId="3356e92f-d4c7-44bf-acc4-228650985dd9" providerId="ADAL" clId="{1DA48DC3-AABE-4F36-9B25-8ECD4C303BB7}" dt="2026-03-19T02:00:59.732" v="5516" actId="47"/>
        <pc:sldMkLst>
          <pc:docMk/>
          <pc:sldMk cId="785587324" sldId="274"/>
        </pc:sldMkLst>
        <pc:spChg chg="add mod">
          <ac:chgData name="Franco Nahuel  Olivero" userId="3356e92f-d4c7-44bf-acc4-228650985dd9" providerId="ADAL" clId="{1DA48DC3-AABE-4F36-9B25-8ECD4C303BB7}" dt="2026-03-19T01:59:37.372" v="5497" actId="1076"/>
          <ac:spMkLst>
            <pc:docMk/>
            <pc:sldMk cId="785587324" sldId="274"/>
            <ac:spMk id="3" creationId="{2DE125F3-BCD5-654E-F50C-C3108FF6BC6B}"/>
          </ac:spMkLst>
        </pc:spChg>
      </pc:sldChg>
      <pc:sldChg chg="addSp delSp modSp add mod modNotesTx">
        <pc:chgData name="Franco Nahuel  Olivero" userId="3356e92f-d4c7-44bf-acc4-228650985dd9" providerId="ADAL" clId="{1DA48DC3-AABE-4F36-9B25-8ECD4C303BB7}" dt="2026-03-19T07:34:33.321" v="9042" actId="20577"/>
        <pc:sldMkLst>
          <pc:docMk/>
          <pc:sldMk cId="2314932243" sldId="275"/>
        </pc:sldMkLst>
        <pc:spChg chg="mod">
          <ac:chgData name="Franco Nahuel  Olivero" userId="3356e92f-d4c7-44bf-acc4-228650985dd9" providerId="ADAL" clId="{1DA48DC3-AABE-4F36-9B25-8ECD4C303BB7}" dt="2026-03-19T07:34:33.321" v="9042" actId="20577"/>
          <ac:spMkLst>
            <pc:docMk/>
            <pc:sldMk cId="2314932243" sldId="275"/>
            <ac:spMk id="13" creationId="{885CF41A-7E7A-B1AC-CFB0-681253F83DA2}"/>
          </ac:spMkLst>
        </pc:spChg>
        <pc:picChg chg="add del mod">
          <ac:chgData name="Franco Nahuel  Olivero" userId="3356e92f-d4c7-44bf-acc4-228650985dd9" providerId="ADAL" clId="{1DA48DC3-AABE-4F36-9B25-8ECD4C303BB7}" dt="2026-03-19T00:47:03.184" v="5145" actId="478"/>
          <ac:picMkLst>
            <pc:docMk/>
            <pc:sldMk cId="2314932243" sldId="275"/>
            <ac:picMk id="3" creationId="{E3E2C375-F16D-CCAB-B14C-1C6A5C40DBB3}"/>
          </ac:picMkLst>
        </pc:picChg>
        <pc:picChg chg="add del mod">
          <ac:chgData name="Franco Nahuel  Olivero" userId="3356e92f-d4c7-44bf-acc4-228650985dd9" providerId="ADAL" clId="{1DA48DC3-AABE-4F36-9B25-8ECD4C303BB7}" dt="2026-03-19T02:04:00.448" v="5565" actId="478"/>
          <ac:picMkLst>
            <pc:docMk/>
            <pc:sldMk cId="2314932243" sldId="275"/>
            <ac:picMk id="5" creationId="{B4A2F9C6-3500-3E9E-352D-98AA307FA4BA}"/>
          </ac:picMkLst>
        </pc:picChg>
        <pc:picChg chg="add mod">
          <ac:chgData name="Franco Nahuel  Olivero" userId="3356e92f-d4c7-44bf-acc4-228650985dd9" providerId="ADAL" clId="{1DA48DC3-AABE-4F36-9B25-8ECD4C303BB7}" dt="2026-03-19T05:00:46.095" v="6892" actId="1076"/>
          <ac:picMkLst>
            <pc:docMk/>
            <pc:sldMk cId="2314932243" sldId="275"/>
            <ac:picMk id="6" creationId="{7A319400-3ACB-4BC8-693D-461C3A8246E0}"/>
          </ac:picMkLst>
        </pc:picChg>
        <pc:picChg chg="del">
          <ac:chgData name="Franco Nahuel  Olivero" userId="3356e92f-d4c7-44bf-acc4-228650985dd9" providerId="ADAL" clId="{1DA48DC3-AABE-4F36-9B25-8ECD4C303BB7}" dt="2026-03-19T00:41:20.028" v="5140" actId="478"/>
          <ac:picMkLst>
            <pc:docMk/>
            <pc:sldMk cId="2314932243" sldId="275"/>
            <ac:picMk id="14" creationId="{6E10D7B7-9C98-F9C6-6E3B-7543670A0B9E}"/>
          </ac:picMkLst>
        </pc:picChg>
      </pc:sldChg>
      <pc:sldChg chg="addSp delSp modSp add mod ord modNotesTx">
        <pc:chgData name="Franco Nahuel  Olivero" userId="3356e92f-d4c7-44bf-acc4-228650985dd9" providerId="ADAL" clId="{1DA48DC3-AABE-4F36-9B25-8ECD4C303BB7}" dt="2026-03-19T20:37:21.556" v="12776" actId="20577"/>
        <pc:sldMkLst>
          <pc:docMk/>
          <pc:sldMk cId="185481759" sldId="276"/>
        </pc:sldMkLst>
        <pc:spChg chg="mod">
          <ac:chgData name="Franco Nahuel  Olivero" userId="3356e92f-d4c7-44bf-acc4-228650985dd9" providerId="ADAL" clId="{1DA48DC3-AABE-4F36-9B25-8ECD4C303BB7}" dt="2026-03-16T00:07:17.639" v="993" actId="14100"/>
          <ac:spMkLst>
            <pc:docMk/>
            <pc:sldMk cId="185481759" sldId="276"/>
            <ac:spMk id="3" creationId="{50B5D605-35BC-B426-ED10-D780DAE39377}"/>
          </ac:spMkLst>
        </pc:spChg>
        <pc:spChg chg="add mod">
          <ac:chgData name="Franco Nahuel  Olivero" userId="3356e92f-d4c7-44bf-acc4-228650985dd9" providerId="ADAL" clId="{1DA48DC3-AABE-4F36-9B25-8ECD4C303BB7}" dt="2026-03-19T20:37:21.556" v="12776" actId="20577"/>
          <ac:spMkLst>
            <pc:docMk/>
            <pc:sldMk cId="185481759" sldId="276"/>
            <ac:spMk id="5" creationId="{880CB029-7135-7E24-B1A0-4A868D5F21BD}"/>
          </ac:spMkLst>
        </pc:spChg>
        <pc:spChg chg="mod">
          <ac:chgData name="Franco Nahuel  Olivero" userId="3356e92f-d4c7-44bf-acc4-228650985dd9" providerId="ADAL" clId="{1DA48DC3-AABE-4F36-9B25-8ECD4C303BB7}" dt="2026-03-16T00:11:07.565" v="1186" actId="20577"/>
          <ac:spMkLst>
            <pc:docMk/>
            <pc:sldMk cId="185481759" sldId="276"/>
            <ac:spMk id="13" creationId="{184F1D05-24BF-FD77-F51A-F60FC7545CDD}"/>
          </ac:spMkLst>
        </pc:spChg>
      </pc:sldChg>
      <pc:sldChg chg="addSp delSp modSp add mod">
        <pc:chgData name="Franco Nahuel  Olivero" userId="3356e92f-d4c7-44bf-acc4-228650985dd9" providerId="ADAL" clId="{1DA48DC3-AABE-4F36-9B25-8ECD4C303BB7}" dt="2026-03-19T06:51:10.623" v="7451" actId="20577"/>
        <pc:sldMkLst>
          <pc:docMk/>
          <pc:sldMk cId="772437411" sldId="277"/>
        </pc:sldMkLst>
        <pc:spChg chg="add mod">
          <ac:chgData name="Franco Nahuel  Olivero" userId="3356e92f-d4c7-44bf-acc4-228650985dd9" providerId="ADAL" clId="{1DA48DC3-AABE-4F36-9B25-8ECD4C303BB7}" dt="2026-03-19T00:57:16.632" v="5266" actId="1076"/>
          <ac:spMkLst>
            <pc:docMk/>
            <pc:sldMk cId="772437411" sldId="277"/>
            <ac:spMk id="2" creationId="{AF831DE6-857D-7AEC-7A4A-9FEA68879328}"/>
          </ac:spMkLst>
        </pc:spChg>
        <pc:spChg chg="add mod">
          <ac:chgData name="Franco Nahuel  Olivero" userId="3356e92f-d4c7-44bf-acc4-228650985dd9" providerId="ADAL" clId="{1DA48DC3-AABE-4F36-9B25-8ECD4C303BB7}" dt="2026-03-19T06:51:10.623" v="7451" actId="20577"/>
          <ac:spMkLst>
            <pc:docMk/>
            <pc:sldMk cId="772437411" sldId="277"/>
            <ac:spMk id="3" creationId="{C7FE37D9-7B08-2C9E-4375-9B744C1F174B}"/>
          </ac:spMkLst>
        </pc:spChg>
        <pc:spChg chg="mod">
          <ac:chgData name="Franco Nahuel  Olivero" userId="3356e92f-d4c7-44bf-acc4-228650985dd9" providerId="ADAL" clId="{1DA48DC3-AABE-4F36-9B25-8ECD4C303BB7}" dt="2026-03-19T02:51:45.949" v="6153" actId="20577"/>
          <ac:spMkLst>
            <pc:docMk/>
            <pc:sldMk cId="772437411" sldId="277"/>
            <ac:spMk id="13" creationId="{8E5C9C4F-24E7-F52A-2289-EFA411AED9BA}"/>
          </ac:spMkLst>
        </pc:spChg>
        <pc:spChg chg="add mod">
          <ac:chgData name="Franco Nahuel  Olivero" userId="3356e92f-d4c7-44bf-acc4-228650985dd9" providerId="ADAL" clId="{1DA48DC3-AABE-4F36-9B25-8ECD4C303BB7}" dt="2026-03-19T00:56:31.775" v="5256" actId="1076"/>
          <ac:spMkLst>
            <pc:docMk/>
            <pc:sldMk cId="772437411" sldId="277"/>
            <ac:spMk id="23" creationId="{1AA62055-171E-A8D2-3209-17A1D2650EDE}"/>
          </ac:spMkLst>
        </pc:spChg>
        <pc:picChg chg="add mod">
          <ac:chgData name="Franco Nahuel  Olivero" userId="3356e92f-d4c7-44bf-acc4-228650985dd9" providerId="ADAL" clId="{1DA48DC3-AABE-4F36-9B25-8ECD4C303BB7}" dt="2026-03-19T00:57:09.946" v="5263" actId="1076"/>
          <ac:picMkLst>
            <pc:docMk/>
            <pc:sldMk cId="772437411" sldId="277"/>
            <ac:picMk id="21" creationId="{D0751945-AE34-0A82-E190-E27866C588FD}"/>
          </ac:picMkLst>
        </pc:picChg>
      </pc:sldChg>
      <pc:sldChg chg="addSp delSp modSp add del mod">
        <pc:chgData name="Franco Nahuel  Olivero" userId="3356e92f-d4c7-44bf-acc4-228650985dd9" providerId="ADAL" clId="{1DA48DC3-AABE-4F36-9B25-8ECD4C303BB7}" dt="2026-03-19T01:01:20.746" v="5277" actId="47"/>
        <pc:sldMkLst>
          <pc:docMk/>
          <pc:sldMk cId="3168796734" sldId="278"/>
        </pc:sldMkLst>
      </pc:sldChg>
      <pc:sldChg chg="addSp delSp modSp add mod ord modNotesTx">
        <pc:chgData name="Franco Nahuel  Olivero" userId="3356e92f-d4c7-44bf-acc4-228650985dd9" providerId="ADAL" clId="{1DA48DC3-AABE-4F36-9B25-8ECD4C303BB7}" dt="2026-03-19T07:51:14.914" v="9571" actId="20577"/>
        <pc:sldMkLst>
          <pc:docMk/>
          <pc:sldMk cId="2726024806" sldId="279"/>
        </pc:sldMkLst>
        <pc:spChg chg="mod">
          <ac:chgData name="Franco Nahuel  Olivero" userId="3356e92f-d4c7-44bf-acc4-228650985dd9" providerId="ADAL" clId="{1DA48DC3-AABE-4F36-9B25-8ECD4C303BB7}" dt="2026-03-19T06:59:29.037" v="7488" actId="14100"/>
          <ac:spMkLst>
            <pc:docMk/>
            <pc:sldMk cId="2726024806" sldId="279"/>
            <ac:spMk id="3" creationId="{23DDC2BD-C499-326F-7FEF-3AF64D710497}"/>
          </ac:spMkLst>
        </pc:spChg>
        <pc:spChg chg="mod">
          <ac:chgData name="Franco Nahuel  Olivero" userId="3356e92f-d4c7-44bf-acc4-228650985dd9" providerId="ADAL" clId="{1DA48DC3-AABE-4F36-9B25-8ECD4C303BB7}" dt="2026-03-19T02:51:50.029" v="6155" actId="20577"/>
          <ac:spMkLst>
            <pc:docMk/>
            <pc:sldMk cId="2726024806" sldId="279"/>
            <ac:spMk id="13" creationId="{62A6A9C4-BD62-7F59-F8A8-6480EABAE4E4}"/>
          </ac:spMkLst>
        </pc:spChg>
        <pc:picChg chg="del mod">
          <ac:chgData name="Franco Nahuel  Olivero" userId="3356e92f-d4c7-44bf-acc4-228650985dd9" providerId="ADAL" clId="{1DA48DC3-AABE-4F36-9B25-8ECD4C303BB7}" dt="2026-03-19T01:00:22.225" v="5267" actId="478"/>
          <ac:picMkLst>
            <pc:docMk/>
            <pc:sldMk cId="2726024806" sldId="279"/>
            <ac:picMk id="2" creationId="{1E17DD05-409A-589F-A54B-72B7ED5774DA}"/>
          </ac:picMkLst>
        </pc:picChg>
        <pc:picChg chg="add del mod ord">
          <ac:chgData name="Franco Nahuel  Olivero" userId="3356e92f-d4c7-44bf-acc4-228650985dd9" providerId="ADAL" clId="{1DA48DC3-AABE-4F36-9B25-8ECD4C303BB7}" dt="2026-03-19T02:03:01.390" v="5519" actId="478"/>
          <ac:picMkLst>
            <pc:docMk/>
            <pc:sldMk cId="2726024806" sldId="279"/>
            <ac:picMk id="4" creationId="{7A8D41D9-770B-0689-06AE-E6A0C0DD194D}"/>
          </ac:picMkLst>
        </pc:picChg>
        <pc:picChg chg="add mod ord">
          <ac:chgData name="Franco Nahuel  Olivero" userId="3356e92f-d4c7-44bf-acc4-228650985dd9" providerId="ADAL" clId="{1DA48DC3-AABE-4F36-9B25-8ECD4C303BB7}" dt="2026-03-19T02:03:36.093" v="5559" actId="1076"/>
          <ac:picMkLst>
            <pc:docMk/>
            <pc:sldMk cId="2726024806" sldId="279"/>
            <ac:picMk id="6" creationId="{52F0259A-D153-4CB7-A0C5-DC5FB5583C23}"/>
          </ac:picMkLst>
        </pc:picChg>
      </pc:sldChg>
      <pc:sldChg chg="addSp delSp modSp add del mod">
        <pc:chgData name="Franco Nahuel  Olivero" userId="3356e92f-d4c7-44bf-acc4-228650985dd9" providerId="ADAL" clId="{1DA48DC3-AABE-4F36-9B25-8ECD4C303BB7}" dt="2026-03-19T07:13:40" v="7490" actId="47"/>
        <pc:sldMkLst>
          <pc:docMk/>
          <pc:sldMk cId="2489151258" sldId="280"/>
        </pc:sldMkLst>
        <pc:spChg chg="add del mod">
          <ac:chgData name="Franco Nahuel  Olivero" userId="3356e92f-d4c7-44bf-acc4-228650985dd9" providerId="ADAL" clId="{1DA48DC3-AABE-4F36-9B25-8ECD4C303BB7}" dt="2026-03-19T04:57:29.198" v="6832" actId="1076"/>
          <ac:spMkLst>
            <pc:docMk/>
            <pc:sldMk cId="2489151258" sldId="280"/>
            <ac:spMk id="2" creationId="{DDA190F4-9D03-6329-2883-0F55025BEDF5}"/>
          </ac:spMkLst>
        </pc:spChg>
        <pc:spChg chg="add mod">
          <ac:chgData name="Franco Nahuel  Olivero" userId="3356e92f-d4c7-44bf-acc4-228650985dd9" providerId="ADAL" clId="{1DA48DC3-AABE-4F36-9B25-8ECD4C303BB7}" dt="2026-03-19T04:56:13.047" v="6818" actId="1076"/>
          <ac:spMkLst>
            <pc:docMk/>
            <pc:sldMk cId="2489151258" sldId="280"/>
            <ac:spMk id="3" creationId="{600D16BA-910C-3617-B2F3-0D78E48D7FDA}"/>
          </ac:spMkLst>
        </pc:spChg>
        <pc:spChg chg="add mod">
          <ac:chgData name="Franco Nahuel  Olivero" userId="3356e92f-d4c7-44bf-acc4-228650985dd9" providerId="ADAL" clId="{1DA48DC3-AABE-4F36-9B25-8ECD4C303BB7}" dt="2026-03-19T04:56:46.750" v="6824" actId="571"/>
          <ac:spMkLst>
            <pc:docMk/>
            <pc:sldMk cId="2489151258" sldId="280"/>
            <ac:spMk id="4" creationId="{4C4DF168-9BE2-FB4D-B311-8D48B2452934}"/>
          </ac:spMkLst>
        </pc:spChg>
        <pc:spChg chg="add del mod">
          <ac:chgData name="Franco Nahuel  Olivero" userId="3356e92f-d4c7-44bf-acc4-228650985dd9" providerId="ADAL" clId="{1DA48DC3-AABE-4F36-9B25-8ECD4C303BB7}" dt="2026-03-19T03:05:43.968" v="6339" actId="21"/>
          <ac:spMkLst>
            <pc:docMk/>
            <pc:sldMk cId="2489151258" sldId="280"/>
            <ac:spMk id="5" creationId="{DFA7912D-2EAC-564C-8EF9-3ABF63D7C403}"/>
          </ac:spMkLst>
        </pc:spChg>
        <pc:spChg chg="add mod">
          <ac:chgData name="Franco Nahuel  Olivero" userId="3356e92f-d4c7-44bf-acc4-228650985dd9" providerId="ADAL" clId="{1DA48DC3-AABE-4F36-9B25-8ECD4C303BB7}" dt="2026-03-19T04:56:46.750" v="6824" actId="571"/>
          <ac:spMkLst>
            <pc:docMk/>
            <pc:sldMk cId="2489151258" sldId="280"/>
            <ac:spMk id="6" creationId="{2BA57589-068B-DE27-1762-C9171BC25BA8}"/>
          </ac:spMkLst>
        </pc:spChg>
        <pc:spChg chg="add mod">
          <ac:chgData name="Franco Nahuel  Olivero" userId="3356e92f-d4c7-44bf-acc4-228650985dd9" providerId="ADAL" clId="{1DA48DC3-AABE-4F36-9B25-8ECD4C303BB7}" dt="2026-03-19T04:55:58.474" v="6814" actId="571"/>
          <ac:spMkLst>
            <pc:docMk/>
            <pc:sldMk cId="2489151258" sldId="280"/>
            <ac:spMk id="7" creationId="{91794CE8-36F2-F07C-90F4-4869B2BD419F}"/>
          </ac:spMkLst>
        </pc:spChg>
        <pc:spChg chg="add del mod">
          <ac:chgData name="Franco Nahuel  Olivero" userId="3356e92f-d4c7-44bf-acc4-228650985dd9" providerId="ADAL" clId="{1DA48DC3-AABE-4F36-9B25-8ECD4C303BB7}" dt="2026-03-19T02:09:32.368" v="5824" actId="478"/>
          <ac:spMkLst>
            <pc:docMk/>
            <pc:sldMk cId="2489151258" sldId="280"/>
            <ac:spMk id="8" creationId="{6F5F07C7-B60B-737C-80C1-CC2194BB0AD2}"/>
          </ac:spMkLst>
        </pc:spChg>
        <pc:spChg chg="add del mod">
          <ac:chgData name="Franco Nahuel  Olivero" userId="3356e92f-d4c7-44bf-acc4-228650985dd9" providerId="ADAL" clId="{1DA48DC3-AABE-4F36-9B25-8ECD4C303BB7}" dt="2026-03-19T04:55:18.439" v="6777" actId="14100"/>
          <ac:spMkLst>
            <pc:docMk/>
            <pc:sldMk cId="2489151258" sldId="280"/>
            <ac:spMk id="9" creationId="{913C0FC3-FB73-C9A9-5566-92510B9EFED0}"/>
          </ac:spMkLst>
        </pc:spChg>
        <pc:spChg chg="add del mod">
          <ac:chgData name="Franco Nahuel  Olivero" userId="3356e92f-d4c7-44bf-acc4-228650985dd9" providerId="ADAL" clId="{1DA48DC3-AABE-4F36-9B25-8ECD4C303BB7}" dt="2026-03-19T02:09:31.300" v="5823" actId="478"/>
          <ac:spMkLst>
            <pc:docMk/>
            <pc:sldMk cId="2489151258" sldId="280"/>
            <ac:spMk id="10" creationId="{F4A6EA5F-95DB-C1A6-EF8A-E4DD8A99FAAA}"/>
          </ac:spMkLst>
        </pc:spChg>
        <pc:spChg chg="mod">
          <ac:chgData name="Franco Nahuel  Olivero" userId="3356e92f-d4c7-44bf-acc4-228650985dd9" providerId="ADAL" clId="{1DA48DC3-AABE-4F36-9B25-8ECD4C303BB7}" dt="2026-03-19T02:52:01.493" v="6159" actId="20577"/>
          <ac:spMkLst>
            <pc:docMk/>
            <pc:sldMk cId="2489151258" sldId="280"/>
            <ac:spMk id="13" creationId="{5D48F7B1-6BDB-27F5-10F9-CFAFBE4C438D}"/>
          </ac:spMkLst>
        </pc:spChg>
        <pc:spChg chg="add del mod">
          <ac:chgData name="Franco Nahuel  Olivero" userId="3356e92f-d4c7-44bf-acc4-228650985dd9" providerId="ADAL" clId="{1DA48DC3-AABE-4F36-9B25-8ECD4C303BB7}" dt="2026-03-19T04:56:38.501" v="6823" actId="1076"/>
          <ac:spMkLst>
            <pc:docMk/>
            <pc:sldMk cId="2489151258" sldId="280"/>
            <ac:spMk id="14" creationId="{4DFD3D25-4CA3-D499-E097-F3EFF76A56F6}"/>
          </ac:spMkLst>
        </pc:spChg>
        <pc:spChg chg="add del mod">
          <ac:chgData name="Franco Nahuel  Olivero" userId="3356e92f-d4c7-44bf-acc4-228650985dd9" providerId="ADAL" clId="{1DA48DC3-AABE-4F36-9B25-8ECD4C303BB7}" dt="2026-03-19T04:56:50.352" v="6825" actId="478"/>
          <ac:spMkLst>
            <pc:docMk/>
            <pc:sldMk cId="2489151258" sldId="280"/>
            <ac:spMk id="16" creationId="{0DD6B6C1-F731-A142-5A64-29B58761DEA0}"/>
          </ac:spMkLst>
        </pc:spChg>
        <pc:grpChg chg="add mod">
          <ac:chgData name="Franco Nahuel  Olivero" userId="3356e92f-d4c7-44bf-acc4-228650985dd9" providerId="ADAL" clId="{1DA48DC3-AABE-4F36-9B25-8ECD4C303BB7}" dt="2026-03-19T04:56:46.750" v="6824" actId="571"/>
          <ac:grpSpMkLst>
            <pc:docMk/>
            <pc:sldMk cId="2489151258" sldId="280"/>
            <ac:grpSpMk id="15" creationId="{766725AD-6EA2-D6E1-56CC-F5467803D3F9}"/>
          </ac:grpSpMkLst>
        </pc:grpChg>
      </pc:sldChg>
      <pc:sldChg chg="modSp add del mod">
        <pc:chgData name="Franco Nahuel  Olivero" userId="3356e92f-d4c7-44bf-acc4-228650985dd9" providerId="ADAL" clId="{1DA48DC3-AABE-4F36-9B25-8ECD4C303BB7}" dt="2026-03-19T02:46:37.287" v="5995" actId="47"/>
        <pc:sldMkLst>
          <pc:docMk/>
          <pc:sldMk cId="2771607403" sldId="281"/>
        </pc:sldMkLst>
      </pc:sldChg>
      <pc:sldChg chg="addSp delSp modSp add mod modNotesTx">
        <pc:chgData name="Franco Nahuel  Olivero" userId="3356e92f-d4c7-44bf-acc4-228650985dd9" providerId="ADAL" clId="{1DA48DC3-AABE-4F36-9B25-8ECD4C303BB7}" dt="2026-03-19T08:46:30.464" v="12771" actId="1076"/>
        <pc:sldMkLst>
          <pc:docMk/>
          <pc:sldMk cId="1952308949" sldId="282"/>
        </pc:sldMkLst>
        <pc:spChg chg="add del mod">
          <ac:chgData name="Franco Nahuel  Olivero" userId="3356e92f-d4c7-44bf-acc4-228650985dd9" providerId="ADAL" clId="{1DA48DC3-AABE-4F36-9B25-8ECD4C303BB7}" dt="2026-03-19T02:58:50.738" v="6180" actId="478"/>
          <ac:spMkLst>
            <pc:docMk/>
            <pc:sldMk cId="1952308949" sldId="282"/>
            <ac:spMk id="4" creationId="{0E011E21-53FD-57DA-866C-B4A7F8E97067}"/>
          </ac:spMkLst>
        </pc:spChg>
        <pc:spChg chg="add del mod">
          <ac:chgData name="Franco Nahuel  Olivero" userId="3356e92f-d4c7-44bf-acc4-228650985dd9" providerId="ADAL" clId="{1DA48DC3-AABE-4F36-9B25-8ECD4C303BB7}" dt="2026-03-19T02:58:56.500" v="6183" actId="478"/>
          <ac:spMkLst>
            <pc:docMk/>
            <pc:sldMk cId="1952308949" sldId="282"/>
            <ac:spMk id="5" creationId="{378668A4-FA09-5F2B-0F00-383ED1EC595A}"/>
          </ac:spMkLst>
        </pc:spChg>
        <pc:spChg chg="add del mod">
          <ac:chgData name="Franco Nahuel  Olivero" userId="3356e92f-d4c7-44bf-acc4-228650985dd9" providerId="ADAL" clId="{1DA48DC3-AABE-4F36-9B25-8ECD4C303BB7}" dt="2026-03-19T02:58:57.490" v="6186" actId="478"/>
          <ac:spMkLst>
            <pc:docMk/>
            <pc:sldMk cId="1952308949" sldId="282"/>
            <ac:spMk id="6" creationId="{4F197750-0FA4-4507-9059-7DFBE4C080D0}"/>
          </ac:spMkLst>
        </pc:spChg>
        <pc:spChg chg="add del mod">
          <ac:chgData name="Franco Nahuel  Olivero" userId="3356e92f-d4c7-44bf-acc4-228650985dd9" providerId="ADAL" clId="{1DA48DC3-AABE-4F36-9B25-8ECD4C303BB7}" dt="2026-03-19T02:58:57.120" v="6184" actId="478"/>
          <ac:spMkLst>
            <pc:docMk/>
            <pc:sldMk cId="1952308949" sldId="282"/>
            <ac:spMk id="7" creationId="{97442474-1AF8-0CF2-B95B-04F06A1B2095}"/>
          </ac:spMkLst>
        </pc:spChg>
        <pc:spChg chg="add del mod">
          <ac:chgData name="Franco Nahuel  Olivero" userId="3356e92f-d4c7-44bf-acc4-228650985dd9" providerId="ADAL" clId="{1DA48DC3-AABE-4F36-9B25-8ECD4C303BB7}" dt="2026-03-19T02:58:55.782" v="6182" actId="478"/>
          <ac:spMkLst>
            <pc:docMk/>
            <pc:sldMk cId="1952308949" sldId="282"/>
            <ac:spMk id="8" creationId="{2E904E92-87AB-901D-D9AA-2F1E40C534A5}"/>
          </ac:spMkLst>
        </pc:spChg>
        <pc:spChg chg="add del mod">
          <ac:chgData name="Franco Nahuel  Olivero" userId="3356e92f-d4c7-44bf-acc4-228650985dd9" providerId="ADAL" clId="{1DA48DC3-AABE-4F36-9B25-8ECD4C303BB7}" dt="2026-03-19T02:58:55.782" v="6182" actId="478"/>
          <ac:spMkLst>
            <pc:docMk/>
            <pc:sldMk cId="1952308949" sldId="282"/>
            <ac:spMk id="9" creationId="{D4EF94E7-1710-8B7A-16BA-5AF561876CA9}"/>
          </ac:spMkLst>
        </pc:spChg>
        <pc:spChg chg="add del mod">
          <ac:chgData name="Franco Nahuel  Olivero" userId="3356e92f-d4c7-44bf-acc4-228650985dd9" providerId="ADAL" clId="{1DA48DC3-AABE-4F36-9B25-8ECD4C303BB7}" dt="2026-03-19T02:13:18.636" v="5877" actId="478"/>
          <ac:spMkLst>
            <pc:docMk/>
            <pc:sldMk cId="1952308949" sldId="282"/>
            <ac:spMk id="10" creationId="{6571702B-DCFC-67C1-BF0F-FCE88C3A321A}"/>
          </ac:spMkLst>
        </pc:spChg>
        <pc:spChg chg="mod">
          <ac:chgData name="Franco Nahuel  Olivero" userId="3356e92f-d4c7-44bf-acc4-228650985dd9" providerId="ADAL" clId="{1DA48DC3-AABE-4F36-9B25-8ECD4C303BB7}" dt="2026-03-19T06:21:29.617" v="7309" actId="20577"/>
          <ac:spMkLst>
            <pc:docMk/>
            <pc:sldMk cId="1952308949" sldId="282"/>
            <ac:spMk id="13" creationId="{A79CFBFB-5DEA-67B8-285B-2C80964E9049}"/>
          </ac:spMkLst>
        </pc:spChg>
        <pc:spChg chg="add del mod">
          <ac:chgData name="Franco Nahuel  Olivero" userId="3356e92f-d4c7-44bf-acc4-228650985dd9" providerId="ADAL" clId="{1DA48DC3-AABE-4F36-9B25-8ECD4C303BB7}" dt="2026-03-19T02:13:16.598" v="5876" actId="478"/>
          <ac:spMkLst>
            <pc:docMk/>
            <pc:sldMk cId="1952308949" sldId="282"/>
            <ac:spMk id="14" creationId="{41B164E8-A3B9-F348-9174-93E8217ACCFE}"/>
          </ac:spMkLst>
        </pc:spChg>
        <pc:spChg chg="add del mod">
          <ac:chgData name="Franco Nahuel  Olivero" userId="3356e92f-d4c7-44bf-acc4-228650985dd9" providerId="ADAL" clId="{1DA48DC3-AABE-4F36-9B25-8ECD4C303BB7}" dt="2026-03-19T02:54:33.123" v="6177" actId="478"/>
          <ac:spMkLst>
            <pc:docMk/>
            <pc:sldMk cId="1952308949" sldId="282"/>
            <ac:spMk id="15" creationId="{EDF53271-92D6-C84F-A6B0-7BB98F91B487}"/>
          </ac:spMkLst>
        </pc:spChg>
        <pc:spChg chg="add mod">
          <ac:chgData name="Franco Nahuel  Olivero" userId="3356e92f-d4c7-44bf-acc4-228650985dd9" providerId="ADAL" clId="{1DA48DC3-AABE-4F36-9B25-8ECD4C303BB7}" dt="2026-03-19T03:05:42.730" v="6338" actId="404"/>
          <ac:spMkLst>
            <pc:docMk/>
            <pc:sldMk cId="1952308949" sldId="282"/>
            <ac:spMk id="18" creationId="{DFA7912D-2EAC-564C-8EF9-3ABF63D7C403}"/>
          </ac:spMkLst>
        </pc:spChg>
        <pc:spChg chg="add mod">
          <ac:chgData name="Franco Nahuel  Olivero" userId="3356e92f-d4c7-44bf-acc4-228650985dd9" providerId="ADAL" clId="{1DA48DC3-AABE-4F36-9B25-8ECD4C303BB7}" dt="2026-03-19T03:05:42.730" v="6338" actId="404"/>
          <ac:spMkLst>
            <pc:docMk/>
            <pc:sldMk cId="1952308949" sldId="282"/>
            <ac:spMk id="19" creationId="{913C0FC3-FB73-C9A9-5566-92510B9EFED0}"/>
          </ac:spMkLst>
        </pc:spChg>
        <pc:spChg chg="add mod">
          <ac:chgData name="Franco Nahuel  Olivero" userId="3356e92f-d4c7-44bf-acc4-228650985dd9" providerId="ADAL" clId="{1DA48DC3-AABE-4F36-9B25-8ECD4C303BB7}" dt="2026-03-19T03:05:42.730" v="6338" actId="404"/>
          <ac:spMkLst>
            <pc:docMk/>
            <pc:sldMk cId="1952308949" sldId="282"/>
            <ac:spMk id="21" creationId="{4DFD3D25-4CA3-D499-E097-F3EFF76A56F6}"/>
          </ac:spMkLst>
        </pc:spChg>
        <pc:spChg chg="add mod">
          <ac:chgData name="Franco Nahuel  Olivero" userId="3356e92f-d4c7-44bf-acc4-228650985dd9" providerId="ADAL" clId="{1DA48DC3-AABE-4F36-9B25-8ECD4C303BB7}" dt="2026-03-19T03:05:42.730" v="6338" actId="404"/>
          <ac:spMkLst>
            <pc:docMk/>
            <pc:sldMk cId="1952308949" sldId="282"/>
            <ac:spMk id="23" creationId="{DDA190F4-9D03-6329-2883-0F55025BEDF5}"/>
          </ac:spMkLst>
        </pc:spChg>
        <pc:spChg chg="add mod">
          <ac:chgData name="Franco Nahuel  Olivero" userId="3356e92f-d4c7-44bf-acc4-228650985dd9" providerId="ADAL" clId="{1DA48DC3-AABE-4F36-9B25-8ECD4C303BB7}" dt="2026-03-19T06:21:24.761" v="7306" actId="6549"/>
          <ac:spMkLst>
            <pc:docMk/>
            <pc:sldMk cId="1952308949" sldId="282"/>
            <ac:spMk id="32" creationId="{4122CCE2-505E-83D2-E394-85DB045A0A6E}"/>
          </ac:spMkLst>
        </pc:spChg>
        <pc:graphicFrameChg chg="add mod">
          <ac:chgData name="Franco Nahuel  Olivero" userId="3356e92f-d4c7-44bf-acc4-228650985dd9" providerId="ADAL" clId="{1DA48DC3-AABE-4F36-9B25-8ECD4C303BB7}" dt="2026-03-19T02:58:58.891" v="6187"/>
          <ac:graphicFrameMkLst>
            <pc:docMk/>
            <pc:sldMk cId="1952308949" sldId="282"/>
            <ac:graphicFrameMk id="16" creationId="{ADA8BEB9-7416-9892-581C-8BAA724C39F2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9T03:07:24.173" v="6344"/>
          <ac:graphicFrameMkLst>
            <pc:docMk/>
            <pc:sldMk cId="1952308949" sldId="282"/>
            <ac:graphicFrameMk id="24" creationId="{1B026DD7-5018-7DE9-0B53-8BAEDFBC5151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9T03:08:27.263" v="6350"/>
          <ac:graphicFrameMkLst>
            <pc:docMk/>
            <pc:sldMk cId="1952308949" sldId="282"/>
            <ac:graphicFrameMk id="26" creationId="{DFF6A706-787F-945A-5DCC-570D354035E8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9T03:09:25.103" v="6355"/>
          <ac:graphicFrameMkLst>
            <pc:docMk/>
            <pc:sldMk cId="1952308949" sldId="282"/>
            <ac:graphicFrameMk id="28" creationId="{079DB0F1-2C05-79DA-F93C-BAEC3771CBA6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9T03:09:45.102" v="6359"/>
          <ac:graphicFrameMkLst>
            <pc:docMk/>
            <pc:sldMk cId="1952308949" sldId="282"/>
            <ac:graphicFrameMk id="30" creationId="{B5FF1ED7-0D73-D9A2-50C8-B32DCF03194C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9T03:11:52.222" v="6542"/>
          <ac:graphicFrameMkLst>
            <pc:docMk/>
            <pc:sldMk cId="1952308949" sldId="282"/>
            <ac:graphicFrameMk id="33" creationId="{2F91FBB3-F908-967D-3BD0-5D23E3AFEAE3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9T03:51:30.508" v="6744"/>
          <ac:graphicFrameMkLst>
            <pc:docMk/>
            <pc:sldMk cId="1952308949" sldId="282"/>
            <ac:graphicFrameMk id="35" creationId="{6A36B32D-9074-F929-77AA-87832F725980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9T06:21:39.464" v="7311"/>
          <ac:graphicFrameMkLst>
            <pc:docMk/>
            <pc:sldMk cId="1952308949" sldId="282"/>
            <ac:graphicFrameMk id="37" creationId="{7F31C2AD-A65D-D857-B9DC-F63A6CFAB0D6}"/>
          </ac:graphicFrameMkLst>
        </pc:graphicFrameChg>
        <pc:graphicFrameChg chg="add mod">
          <ac:chgData name="Franco Nahuel  Olivero" userId="3356e92f-d4c7-44bf-acc4-228650985dd9" providerId="ADAL" clId="{1DA48DC3-AABE-4F36-9B25-8ECD4C303BB7}" dt="2026-03-19T06:21:43.451" v="7312"/>
          <ac:graphicFrameMkLst>
            <pc:docMk/>
            <pc:sldMk cId="1952308949" sldId="282"/>
            <ac:graphicFrameMk id="38" creationId="{5B368395-A631-9EC6-2933-5789869FB5C9}"/>
          </ac:graphicFrameMkLst>
        </pc:graphicFrameChg>
        <pc:picChg chg="add del mod">
          <ac:chgData name="Franco Nahuel  Olivero" userId="3356e92f-d4c7-44bf-acc4-228650985dd9" providerId="ADAL" clId="{1DA48DC3-AABE-4F36-9B25-8ECD4C303BB7}" dt="2026-03-19T01:03:49.487" v="5285" actId="478"/>
          <ac:picMkLst>
            <pc:docMk/>
            <pc:sldMk cId="1952308949" sldId="282"/>
            <ac:picMk id="2" creationId="{CABBB8DC-55DE-C1C4-F520-9831C56D07BC}"/>
          </ac:picMkLst>
        </pc:picChg>
        <pc:picChg chg="add del mod">
          <ac:chgData name="Franco Nahuel  Olivero" userId="3356e92f-d4c7-44bf-acc4-228650985dd9" providerId="ADAL" clId="{1DA48DC3-AABE-4F36-9B25-8ECD4C303BB7}" dt="2026-03-19T02:58:53.840" v="6181" actId="478"/>
          <ac:picMkLst>
            <pc:docMk/>
            <pc:sldMk cId="1952308949" sldId="282"/>
            <ac:picMk id="3" creationId="{2A1C3BDA-ABC8-96F0-9C2F-AACCE59BB651}"/>
          </ac:picMkLst>
        </pc:picChg>
        <pc:picChg chg="del mod modCrop">
          <ac:chgData name="Franco Nahuel  Olivero" userId="3356e92f-d4c7-44bf-acc4-228650985dd9" providerId="ADAL" clId="{1DA48DC3-AABE-4F36-9B25-8ECD4C303BB7}" dt="2026-03-19T03:07:23.491" v="6343" actId="478"/>
          <ac:picMkLst>
            <pc:docMk/>
            <pc:sldMk cId="1952308949" sldId="282"/>
            <ac:picMk id="17" creationId="{41D32E2B-52C1-C798-ADC4-1502DE6563C8}"/>
          </ac:picMkLst>
        </pc:picChg>
        <pc:picChg chg="add del mod">
          <ac:chgData name="Franco Nahuel  Olivero" userId="3356e92f-d4c7-44bf-acc4-228650985dd9" providerId="ADAL" clId="{1DA48DC3-AABE-4F36-9B25-8ECD4C303BB7}" dt="2026-03-19T03:08:26.802" v="6349" actId="478"/>
          <ac:picMkLst>
            <pc:docMk/>
            <pc:sldMk cId="1952308949" sldId="282"/>
            <ac:picMk id="25" creationId="{70C58B62-3A6D-93FA-B359-C79E9E76A325}"/>
          </ac:picMkLst>
        </pc:picChg>
        <pc:picChg chg="add del mod">
          <ac:chgData name="Franco Nahuel  Olivero" userId="3356e92f-d4c7-44bf-acc4-228650985dd9" providerId="ADAL" clId="{1DA48DC3-AABE-4F36-9B25-8ECD4C303BB7}" dt="2026-03-19T03:09:24.538" v="6354" actId="478"/>
          <ac:picMkLst>
            <pc:docMk/>
            <pc:sldMk cId="1952308949" sldId="282"/>
            <ac:picMk id="27" creationId="{EEF27463-20CE-9258-9270-A5AF24E02736}"/>
          </ac:picMkLst>
        </pc:picChg>
        <pc:picChg chg="add del mod">
          <ac:chgData name="Franco Nahuel  Olivero" userId="3356e92f-d4c7-44bf-acc4-228650985dd9" providerId="ADAL" clId="{1DA48DC3-AABE-4F36-9B25-8ECD4C303BB7}" dt="2026-03-19T03:09:44.479" v="6358" actId="478"/>
          <ac:picMkLst>
            <pc:docMk/>
            <pc:sldMk cId="1952308949" sldId="282"/>
            <ac:picMk id="29" creationId="{4A32F457-3127-11A2-23B5-77D8591A2C9D}"/>
          </ac:picMkLst>
        </pc:picChg>
        <pc:picChg chg="add del mod">
          <ac:chgData name="Franco Nahuel  Olivero" userId="3356e92f-d4c7-44bf-acc4-228650985dd9" providerId="ADAL" clId="{1DA48DC3-AABE-4F36-9B25-8ECD4C303BB7}" dt="2026-03-19T03:11:51.736" v="6541" actId="478"/>
          <ac:picMkLst>
            <pc:docMk/>
            <pc:sldMk cId="1952308949" sldId="282"/>
            <ac:picMk id="31" creationId="{5A30E668-4832-784D-8B15-E7C8F5FE4BA3}"/>
          </ac:picMkLst>
        </pc:picChg>
        <pc:picChg chg="add del mod">
          <ac:chgData name="Franco Nahuel  Olivero" userId="3356e92f-d4c7-44bf-acc4-228650985dd9" providerId="ADAL" clId="{1DA48DC3-AABE-4F36-9B25-8ECD4C303BB7}" dt="2026-03-19T03:51:29.889" v="6743" actId="478"/>
          <ac:picMkLst>
            <pc:docMk/>
            <pc:sldMk cId="1952308949" sldId="282"/>
            <ac:picMk id="34" creationId="{0AE2AD9F-CF0B-DAE8-D23F-B91283AE9054}"/>
          </ac:picMkLst>
        </pc:picChg>
        <pc:picChg chg="add del mod">
          <ac:chgData name="Franco Nahuel  Olivero" userId="3356e92f-d4c7-44bf-acc4-228650985dd9" providerId="ADAL" clId="{1DA48DC3-AABE-4F36-9B25-8ECD4C303BB7}" dt="2026-03-19T06:21:38.967" v="7310" actId="478"/>
          <ac:picMkLst>
            <pc:docMk/>
            <pc:sldMk cId="1952308949" sldId="282"/>
            <ac:picMk id="36" creationId="{071AE26C-8D08-D20A-FF78-DBE4C0A291FF}"/>
          </ac:picMkLst>
        </pc:picChg>
        <pc:picChg chg="add mod">
          <ac:chgData name="Franco Nahuel  Olivero" userId="3356e92f-d4c7-44bf-acc4-228650985dd9" providerId="ADAL" clId="{1DA48DC3-AABE-4F36-9B25-8ECD4C303BB7}" dt="2026-03-19T08:46:30.464" v="12771" actId="1076"/>
          <ac:picMkLst>
            <pc:docMk/>
            <pc:sldMk cId="1952308949" sldId="282"/>
            <ac:picMk id="39" creationId="{743CD8FF-B249-9A4C-246E-ED4EB232F3EF}"/>
          </ac:picMkLst>
        </pc:picChg>
      </pc:sldChg>
      <pc:sldChg chg="addSp delSp modSp add mod modNotesTx">
        <pc:chgData name="Franco Nahuel  Olivero" userId="3356e92f-d4c7-44bf-acc4-228650985dd9" providerId="ADAL" clId="{1DA48DC3-AABE-4F36-9B25-8ECD4C303BB7}" dt="2026-03-19T08:12:38.660" v="10899" actId="20577"/>
        <pc:sldMkLst>
          <pc:docMk/>
          <pc:sldMk cId="326205698" sldId="283"/>
        </pc:sldMkLst>
        <pc:spChg chg="add del mod">
          <ac:chgData name="Franco Nahuel  Olivero" userId="3356e92f-d4c7-44bf-acc4-228650985dd9" providerId="ADAL" clId="{1DA48DC3-AABE-4F36-9B25-8ECD4C303BB7}" dt="2026-03-19T03:00:51.070" v="6195" actId="478"/>
          <ac:spMkLst>
            <pc:docMk/>
            <pc:sldMk cId="326205698" sldId="283"/>
            <ac:spMk id="2" creationId="{B4F263E1-8490-86E8-C56A-06ABB6A42B68}"/>
          </ac:spMkLst>
        </pc:spChg>
        <pc:spChg chg="add del mod">
          <ac:chgData name="Franco Nahuel  Olivero" userId="3356e92f-d4c7-44bf-acc4-228650985dd9" providerId="ADAL" clId="{1DA48DC3-AABE-4F36-9B25-8ECD4C303BB7}" dt="2026-03-19T03:02:59.658" v="6219" actId="478"/>
          <ac:spMkLst>
            <pc:docMk/>
            <pc:sldMk cId="326205698" sldId="283"/>
            <ac:spMk id="10" creationId="{70F753AD-B8F1-147A-8761-41C188A5ED7F}"/>
          </ac:spMkLst>
        </pc:spChg>
        <pc:spChg chg="mod">
          <ac:chgData name="Franco Nahuel  Olivero" userId="3356e92f-d4c7-44bf-acc4-228650985dd9" providerId="ADAL" clId="{1DA48DC3-AABE-4F36-9B25-8ECD4C303BB7}" dt="2026-03-19T08:12:38.660" v="10899" actId="20577"/>
          <ac:spMkLst>
            <pc:docMk/>
            <pc:sldMk cId="326205698" sldId="283"/>
            <ac:spMk id="13" creationId="{36BA88D3-1415-986B-06F5-74DCCF9E04D4}"/>
          </ac:spMkLst>
        </pc:spChg>
        <pc:spChg chg="add del mod">
          <ac:chgData name="Franco Nahuel  Olivero" userId="3356e92f-d4c7-44bf-acc4-228650985dd9" providerId="ADAL" clId="{1DA48DC3-AABE-4F36-9B25-8ECD4C303BB7}" dt="2026-03-19T03:02:50.802" v="6217" actId="478"/>
          <ac:spMkLst>
            <pc:docMk/>
            <pc:sldMk cId="326205698" sldId="283"/>
            <ac:spMk id="14" creationId="{C494C17A-4192-6C89-B275-8C059CCB2890}"/>
          </ac:spMkLst>
        </pc:spChg>
        <pc:spChg chg="add mod">
          <ac:chgData name="Franco Nahuel  Olivero" userId="3356e92f-d4c7-44bf-acc4-228650985dd9" providerId="ADAL" clId="{1DA48DC3-AABE-4F36-9B25-8ECD4C303BB7}" dt="2026-03-19T03:13:12.227" v="6567" actId="14100"/>
          <ac:spMkLst>
            <pc:docMk/>
            <pc:sldMk cId="326205698" sldId="283"/>
            <ac:spMk id="15" creationId="{680597E8-0259-C300-AB43-50968F53CDCD}"/>
          </ac:spMkLst>
        </pc:spChg>
        <pc:spChg chg="add del mod">
          <ac:chgData name="Franco Nahuel  Olivero" userId="3356e92f-d4c7-44bf-acc4-228650985dd9" providerId="ADAL" clId="{1DA48DC3-AABE-4F36-9B25-8ECD4C303BB7}" dt="2026-03-19T06:06:50.639" v="7222" actId="478"/>
          <ac:spMkLst>
            <pc:docMk/>
            <pc:sldMk cId="326205698" sldId="283"/>
            <ac:spMk id="16" creationId="{F02700EE-FA77-BC72-1A9B-351E86FB7CE0}"/>
          </ac:spMkLst>
        </pc:spChg>
        <pc:spChg chg="add del mod">
          <ac:chgData name="Franco Nahuel  Olivero" userId="3356e92f-d4c7-44bf-acc4-228650985dd9" providerId="ADAL" clId="{1DA48DC3-AABE-4F36-9B25-8ECD4C303BB7}" dt="2026-03-19T08:11:45.001" v="10852"/>
          <ac:spMkLst>
            <pc:docMk/>
            <pc:sldMk cId="326205698" sldId="283"/>
            <ac:spMk id="17" creationId="{0FCC284A-A3DB-72CA-2A29-6D5193190729}"/>
          </ac:spMkLst>
        </pc:spChg>
        <pc:spChg chg="add mod">
          <ac:chgData name="Franco Nahuel  Olivero" userId="3356e92f-d4c7-44bf-acc4-228650985dd9" providerId="ADAL" clId="{1DA48DC3-AABE-4F36-9B25-8ECD4C303BB7}" dt="2026-03-19T08:12:16.128" v="10888" actId="1036"/>
          <ac:spMkLst>
            <pc:docMk/>
            <pc:sldMk cId="326205698" sldId="283"/>
            <ac:spMk id="18" creationId="{1C462193-0486-009F-648E-154A35F07668}"/>
          </ac:spMkLst>
        </pc:spChg>
        <pc:spChg chg="add del mod">
          <ac:chgData name="Franco Nahuel  Olivero" userId="3356e92f-d4c7-44bf-acc4-228650985dd9" providerId="ADAL" clId="{1DA48DC3-AABE-4F36-9B25-8ECD4C303BB7}" dt="2026-03-19T08:12:32.148" v="10892" actId="22"/>
          <ac:spMkLst>
            <pc:docMk/>
            <pc:sldMk cId="326205698" sldId="283"/>
            <ac:spMk id="21" creationId="{1E7F6929-CC25-A272-4BE1-D382894A12C5}"/>
          </ac:spMkLst>
        </pc:spChg>
        <pc:grpChg chg="add del mod">
          <ac:chgData name="Franco Nahuel  Olivero" userId="3356e92f-d4c7-44bf-acc4-228650985dd9" providerId="ADAL" clId="{1DA48DC3-AABE-4F36-9B25-8ECD4C303BB7}" dt="2026-03-19T03:00:47.813" v="6193" actId="478"/>
          <ac:grpSpMkLst>
            <pc:docMk/>
            <pc:sldMk cId="326205698" sldId="283"/>
            <ac:grpSpMk id="8" creationId="{7F5B7B41-B296-1454-6E4F-B4EC69F5730D}"/>
          </ac:grpSpMkLst>
        </pc:grpChg>
        <pc:grpChg chg="add mod">
          <ac:chgData name="Franco Nahuel  Olivero" userId="3356e92f-d4c7-44bf-acc4-228650985dd9" providerId="ADAL" clId="{1DA48DC3-AABE-4F36-9B25-8ECD4C303BB7}" dt="2026-03-19T03:02:22.558" v="6213" actId="1076"/>
          <ac:grpSpMkLst>
            <pc:docMk/>
            <pc:sldMk cId="326205698" sldId="283"/>
            <ac:grpSpMk id="9" creationId="{F7B83AA5-9203-983E-3144-B1372C15216C}"/>
          </ac:grpSpMkLst>
        </pc:grpChg>
        <pc:picChg chg="add del mod topLvl modCrop">
          <ac:chgData name="Franco Nahuel  Olivero" userId="3356e92f-d4c7-44bf-acc4-228650985dd9" providerId="ADAL" clId="{1DA48DC3-AABE-4F36-9B25-8ECD4C303BB7}" dt="2026-03-19T03:00:49.856" v="6194" actId="478"/>
          <ac:picMkLst>
            <pc:docMk/>
            <pc:sldMk cId="326205698" sldId="283"/>
            <ac:picMk id="4" creationId="{768DA63E-5A42-56FC-5E9D-90844F0ACC14}"/>
          </ac:picMkLst>
        </pc:picChg>
        <pc:picChg chg="add mod modCrop">
          <ac:chgData name="Franco Nahuel  Olivero" userId="3356e92f-d4c7-44bf-acc4-228650985dd9" providerId="ADAL" clId="{1DA48DC3-AABE-4F36-9B25-8ECD4C303BB7}" dt="2026-03-19T03:02:13.614" v="6208" actId="164"/>
          <ac:picMkLst>
            <pc:docMk/>
            <pc:sldMk cId="326205698" sldId="283"/>
            <ac:picMk id="5" creationId="{8A22135C-45BD-7DFE-63AE-A31A83F6C7A9}"/>
          </ac:picMkLst>
        </pc:picChg>
        <pc:picChg chg="add mod modCrop">
          <ac:chgData name="Franco Nahuel  Olivero" userId="3356e92f-d4c7-44bf-acc4-228650985dd9" providerId="ADAL" clId="{1DA48DC3-AABE-4F36-9B25-8ECD4C303BB7}" dt="2026-03-19T03:02:13.614" v="6208" actId="164"/>
          <ac:picMkLst>
            <pc:docMk/>
            <pc:sldMk cId="326205698" sldId="283"/>
            <ac:picMk id="6" creationId="{B1C74701-23E2-104F-2658-C2E770F59367}"/>
          </ac:picMkLst>
        </pc:picChg>
        <pc:picChg chg="add del mod topLvl modCrop">
          <ac:chgData name="Franco Nahuel  Olivero" userId="3356e92f-d4c7-44bf-acc4-228650985dd9" providerId="ADAL" clId="{1DA48DC3-AABE-4F36-9B25-8ECD4C303BB7}" dt="2026-03-19T03:00:47.813" v="6193" actId="478"/>
          <ac:picMkLst>
            <pc:docMk/>
            <pc:sldMk cId="326205698" sldId="283"/>
            <ac:picMk id="7" creationId="{B13BB5EB-076E-2F90-45EB-032C1AFB8E56}"/>
          </ac:picMkLst>
        </pc:picChg>
      </pc:sldChg>
      <pc:sldChg chg="delSp modSp add mod modNotesTx">
        <pc:chgData name="Franco Nahuel  Olivero" userId="3356e92f-d4c7-44bf-acc4-228650985dd9" providerId="ADAL" clId="{1DA48DC3-AABE-4F36-9B25-8ECD4C303BB7}" dt="2026-03-19T08:22:03.080" v="11955" actId="20577"/>
        <pc:sldMkLst>
          <pc:docMk/>
          <pc:sldMk cId="299010702" sldId="284"/>
        </pc:sldMkLst>
        <pc:spChg chg="mod">
          <ac:chgData name="Franco Nahuel  Olivero" userId="3356e92f-d4c7-44bf-acc4-228650985dd9" providerId="ADAL" clId="{1DA48DC3-AABE-4F36-9B25-8ECD4C303BB7}" dt="2026-03-16T03:16:10.469" v="4203" actId="122"/>
          <ac:spMkLst>
            <pc:docMk/>
            <pc:sldMk cId="299010702" sldId="284"/>
            <ac:spMk id="13" creationId="{31BAAF3E-D9E9-61B8-1E2D-D7B2E8E9E160}"/>
          </ac:spMkLst>
        </pc:spChg>
        <pc:grpChg chg="mod">
          <ac:chgData name="Franco Nahuel  Olivero" userId="3356e92f-d4c7-44bf-acc4-228650985dd9" providerId="ADAL" clId="{1DA48DC3-AABE-4F36-9B25-8ECD4C303BB7}" dt="2026-03-16T03:16:32.390" v="4205" actId="14100"/>
          <ac:grpSpMkLst>
            <pc:docMk/>
            <pc:sldMk cId="299010702" sldId="284"/>
            <ac:grpSpMk id="20" creationId="{934D5F1E-AAD7-AB8F-0C66-961CBAD87AF3}"/>
          </ac:grpSpMkLst>
        </pc:grpChg>
        <pc:picChg chg="mod">
          <ac:chgData name="Franco Nahuel  Olivero" userId="3356e92f-d4c7-44bf-acc4-228650985dd9" providerId="ADAL" clId="{1DA48DC3-AABE-4F36-9B25-8ECD4C303BB7}" dt="2026-03-16T02:47:02.360" v="3413" actId="1036"/>
          <ac:picMkLst>
            <pc:docMk/>
            <pc:sldMk cId="299010702" sldId="284"/>
            <ac:picMk id="11" creationId="{01F804F7-DB83-9B74-17A6-3409F21A1663}"/>
          </ac:picMkLst>
        </pc:picChg>
        <pc:picChg chg="mod">
          <ac:chgData name="Franco Nahuel  Olivero" userId="3356e92f-d4c7-44bf-acc4-228650985dd9" providerId="ADAL" clId="{1DA48DC3-AABE-4F36-9B25-8ECD4C303BB7}" dt="2026-03-16T02:47:02.360" v="3413" actId="1036"/>
          <ac:picMkLst>
            <pc:docMk/>
            <pc:sldMk cId="299010702" sldId="284"/>
            <ac:picMk id="12" creationId="{9B25A992-89BD-4089-1B89-3FFED2F0C57B}"/>
          </ac:picMkLst>
        </pc:picChg>
      </pc:sldChg>
      <pc:sldChg chg="addSp modSp add del mod">
        <pc:chgData name="Franco Nahuel  Olivero" userId="3356e92f-d4c7-44bf-acc4-228650985dd9" providerId="ADAL" clId="{1DA48DC3-AABE-4F36-9B25-8ECD4C303BB7}" dt="2026-03-19T02:09:53.399" v="5825" actId="47"/>
        <pc:sldMkLst>
          <pc:docMk/>
          <pc:sldMk cId="1938739112" sldId="285"/>
        </pc:sldMkLst>
      </pc:sldChg>
      <pc:sldChg chg="addSp delSp modSp add mod modNotesTx">
        <pc:chgData name="Franco Nahuel  Olivero" userId="3356e92f-d4c7-44bf-acc4-228650985dd9" providerId="ADAL" clId="{1DA48DC3-AABE-4F36-9B25-8ECD4C303BB7}" dt="2026-03-19T08:45:30.212" v="12766" actId="20577"/>
        <pc:sldMkLst>
          <pc:docMk/>
          <pc:sldMk cId="3631963675" sldId="286"/>
        </pc:sldMkLst>
        <pc:spChg chg="add mod">
          <ac:chgData name="Franco Nahuel  Olivero" userId="3356e92f-d4c7-44bf-acc4-228650985dd9" providerId="ADAL" clId="{1DA48DC3-AABE-4F36-9B25-8ECD4C303BB7}" dt="2026-03-19T08:13:53.786" v="10960" actId="20577"/>
          <ac:spMkLst>
            <pc:docMk/>
            <pc:sldMk cId="3631963675" sldId="286"/>
            <ac:spMk id="2" creationId="{99E64D64-D28B-25ED-16E5-51161B642CA7}"/>
          </ac:spMkLst>
        </pc:spChg>
        <pc:spChg chg="add mod">
          <ac:chgData name="Franco Nahuel  Olivero" userId="3356e92f-d4c7-44bf-acc4-228650985dd9" providerId="ADAL" clId="{1DA48DC3-AABE-4F36-9B25-8ECD4C303BB7}" dt="2026-03-19T08:14:00.544" v="10961" actId="1076"/>
          <ac:spMkLst>
            <pc:docMk/>
            <pc:sldMk cId="3631963675" sldId="286"/>
            <ac:spMk id="4" creationId="{E5656380-671F-E68E-4578-856F9C959990}"/>
          </ac:spMkLst>
        </pc:spChg>
        <pc:spChg chg="mod">
          <ac:chgData name="Franco Nahuel  Olivero" userId="3356e92f-d4c7-44bf-acc4-228650985dd9" providerId="ADAL" clId="{1DA48DC3-AABE-4F36-9B25-8ECD4C303BB7}" dt="2026-03-19T03:50:41.787" v="6736" actId="20577"/>
          <ac:spMkLst>
            <pc:docMk/>
            <pc:sldMk cId="3631963675" sldId="286"/>
            <ac:spMk id="13" creationId="{258A4453-F553-B657-0F57-0CF5D40FD28A}"/>
          </ac:spMkLst>
        </pc:spChg>
        <pc:grpChg chg="mod">
          <ac:chgData name="Franco Nahuel  Olivero" userId="3356e92f-d4c7-44bf-acc4-228650985dd9" providerId="ADAL" clId="{1DA48DC3-AABE-4F36-9B25-8ECD4C303BB7}" dt="2026-03-16T02:52:31.061" v="3657" actId="1076"/>
          <ac:grpSpMkLst>
            <pc:docMk/>
            <pc:sldMk cId="3631963675" sldId="286"/>
            <ac:grpSpMk id="20" creationId="{58E841B8-2839-2270-AC53-9C98DB12EB42}"/>
          </ac:grpSpMkLst>
        </pc:grpChg>
      </pc:sldChg>
      <pc:sldChg chg="modSp add mod">
        <pc:chgData name="Franco Nahuel  Olivero" userId="3356e92f-d4c7-44bf-acc4-228650985dd9" providerId="ADAL" clId="{1DA48DC3-AABE-4F36-9B25-8ECD4C303BB7}" dt="2026-03-19T07:46:46.642" v="9199" actId="1076"/>
        <pc:sldMkLst>
          <pc:docMk/>
          <pc:sldMk cId="1308366346" sldId="287"/>
        </pc:sldMkLst>
        <pc:spChg chg="mod">
          <ac:chgData name="Franco Nahuel  Olivero" userId="3356e92f-d4c7-44bf-acc4-228650985dd9" providerId="ADAL" clId="{1DA48DC3-AABE-4F36-9B25-8ECD4C303BB7}" dt="2026-03-19T07:46:46.642" v="9199" actId="1076"/>
          <ac:spMkLst>
            <pc:docMk/>
            <pc:sldMk cId="1308366346" sldId="287"/>
            <ac:spMk id="3" creationId="{021B4013-B443-72EF-5700-4CCD5C61147C}"/>
          </ac:spMkLst>
        </pc:spChg>
        <pc:picChg chg="mod">
          <ac:chgData name="Franco Nahuel  Olivero" userId="3356e92f-d4c7-44bf-acc4-228650985dd9" providerId="ADAL" clId="{1DA48DC3-AABE-4F36-9B25-8ECD4C303BB7}" dt="2026-03-19T07:46:34.391" v="9196" actId="1076"/>
          <ac:picMkLst>
            <pc:docMk/>
            <pc:sldMk cId="1308366346" sldId="287"/>
            <ac:picMk id="6" creationId="{6326670E-718D-AC29-1432-C02CBE04A5C4}"/>
          </ac:picMkLst>
        </pc:picChg>
      </pc:sldChg>
      <pc:sldChg chg="add del ord">
        <pc:chgData name="Franco Nahuel  Olivero" userId="3356e92f-d4c7-44bf-acc4-228650985dd9" providerId="ADAL" clId="{1DA48DC3-AABE-4F36-9B25-8ECD4C303BB7}" dt="2026-03-19T08:08:00.533" v="10424" actId="47"/>
        <pc:sldMkLst>
          <pc:docMk/>
          <pc:sldMk cId="2066835955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0D785-3B46-4646-BE2E-E8E4371B37A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5EE5-C608-4A70-AF60-126CE062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2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Modelo -&gt; representación simplificada de la realidad para explicar un fenómeno</a:t>
            </a:r>
          </a:p>
          <a:p>
            <a:endParaRPr lang="es-ES" dirty="0"/>
          </a:p>
          <a:p>
            <a:r>
              <a:rPr lang="es-ES" dirty="0"/>
              <a:t>Buscamos explicar la tasa central de mortalidad</a:t>
            </a:r>
          </a:p>
          <a:p>
            <a:endParaRPr lang="es-ES" dirty="0"/>
          </a:p>
          <a:p>
            <a:r>
              <a:rPr lang="es-ES" dirty="0"/>
              <a:t>Mide cantidad de fallecidos en relación con la cantidad promedio de personas con vida entre la </a:t>
            </a:r>
            <a:r>
              <a:rPr lang="es-ES" b="0" dirty="0"/>
              <a:t>edad x y la edad x+1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25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poder contrastar la hipótesis se evaluaron los modelos con distintas métricas estadísticas </a:t>
            </a:r>
          </a:p>
          <a:p>
            <a:r>
              <a:rPr lang="es-ES" dirty="0"/>
              <a:t>enfocadas en medir el error de proyección de las tasas de mortalidad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3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información histórica se utiliza para preparar el modelo de Lee-Carter (modelo base de mortalidad)</a:t>
            </a:r>
          </a:p>
          <a:p>
            <a:endParaRPr lang="es-ES" dirty="0"/>
          </a:p>
          <a:p>
            <a:r>
              <a:rPr lang="es-ES" dirty="0"/>
              <a:t>A partir de los resultados de Lee-Carter, se aplican distintos modelos de aprendizaje automático</a:t>
            </a:r>
          </a:p>
          <a:p>
            <a:endParaRPr lang="es-ES" dirty="0"/>
          </a:p>
          <a:p>
            <a:r>
              <a:rPr lang="es-ES" dirty="0"/>
              <a:t>Y después se combinan los modelos de aprendizaje automático con el modelo base de Lee-Carter.</a:t>
            </a:r>
          </a:p>
          <a:p>
            <a:endParaRPr lang="es-ES" dirty="0"/>
          </a:p>
          <a:p>
            <a:r>
              <a:rPr lang="es-ES" dirty="0"/>
              <a:t>Finalmente, estos modelos se combinan con modelos estocásticos para producir proyecciones futuras de mortalidad.</a:t>
            </a:r>
          </a:p>
          <a:p>
            <a:endParaRPr lang="es-ES" dirty="0"/>
          </a:p>
          <a:p>
            <a:br>
              <a:rPr lang="es-E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8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Información de entrenamiento -&gt; para preparar los modelos para proyectar mortalidad</a:t>
            </a:r>
            <a:br>
              <a:rPr lang="es-ES" dirty="0"/>
            </a:br>
            <a:r>
              <a:rPr lang="es-ES" dirty="0"/>
              <a:t>Información futura -&gt; para medir que tan bien predicen la mortalidad los modelos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38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tendencia futura se proyecta con modelos estocásticos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51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 partir de los residuos del modelo de lee-</a:t>
            </a:r>
            <a:r>
              <a:rPr lang="es-ES" dirty="0" err="1"/>
              <a:t>carter</a:t>
            </a:r>
            <a:r>
              <a:rPr lang="es-ES" dirty="0"/>
              <a:t> se aplican modelos de aprendizaje automático para “aprender de esos errores” y mejorar las estimaciones de mortalidad.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43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Aprendizaje automático:  es el desarrollo de algoritmos que permiten identificar patrones en datos de forma automática.</a:t>
            </a:r>
          </a:p>
          <a:p>
            <a:endParaRPr lang="es-ES" dirty="0"/>
          </a:p>
          <a:p>
            <a:r>
              <a:rPr lang="es-ES" dirty="0"/>
              <a:t>Se aplicaron 3 algoritmos para poder explicar los errores de Lee-Carter en términos del genero, edad año de observación y año de nacimiento </a:t>
            </a:r>
          </a:p>
          <a:p>
            <a:endParaRPr lang="es-ES" dirty="0"/>
          </a:p>
          <a:p>
            <a:r>
              <a:rPr lang="es-ES" dirty="0"/>
              <a:t>Ajustes que multiplican los resultados de Lee-Carter para mejorar las estimaciones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42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Linea</a:t>
            </a:r>
            <a:r>
              <a:rPr lang="es-ES" dirty="0"/>
              <a:t> negra: tendencia de mortalidad en base a la información de entrenamiento</a:t>
            </a:r>
          </a:p>
          <a:p>
            <a:endParaRPr lang="es-ES" dirty="0"/>
          </a:p>
          <a:p>
            <a:r>
              <a:rPr lang="es-ES" dirty="0" err="1"/>
              <a:t>Linea</a:t>
            </a:r>
            <a:r>
              <a:rPr lang="es-ES" dirty="0"/>
              <a:t> azul: tendencia de mortalidad futura en base a un modelo </a:t>
            </a:r>
            <a:r>
              <a:rPr lang="es-ES" dirty="0" err="1"/>
              <a:t>estocastico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74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Esta pantalla muestra el análisis de capacidad predictiva </a:t>
            </a:r>
          </a:p>
          <a:p>
            <a:endParaRPr lang="es-ES" dirty="0"/>
          </a:p>
          <a:p>
            <a:r>
              <a:rPr lang="es-ES" dirty="0"/>
              <a:t>Las columnas 1 2 y 3 son métrica que muestran los errores de estimación de los modelos -&gt; mientras más chicos los números mejor</a:t>
            </a:r>
          </a:p>
          <a:p>
            <a:endParaRPr lang="es-ES" dirty="0"/>
          </a:p>
          <a:p>
            <a:r>
              <a:rPr lang="es-ES" dirty="0"/>
              <a:t>La columna 1 muestra el promedio de los errores a en términos porcentuales -&gt; si miramos 3 vs 1 el error bajo en un 6%</a:t>
            </a:r>
          </a:p>
          <a:p>
            <a:endParaRPr lang="es-ES" dirty="0"/>
          </a:p>
          <a:p>
            <a:r>
              <a:rPr lang="es-ES" dirty="0"/>
              <a:t>Las columnas 2 y 3 muestran el promedio de errores en términos absolutos, son números chicos por ser tasas de mortalidad, </a:t>
            </a:r>
          </a:p>
          <a:p>
            <a:endParaRPr lang="es-E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2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ver de forma gráfica las predicciones </a:t>
            </a:r>
          </a:p>
          <a:p>
            <a:endParaRPr lang="es-ES" dirty="0"/>
          </a:p>
          <a:p>
            <a:r>
              <a:rPr lang="es-ES" dirty="0"/>
              <a:t>Podemos ver los resultados del 2015. Se puede ver que las predicciones con aprendizaje automático son mucho mas cercanas a las tasas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34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cerrar la presentación la hipótesis de esta tesina era que….</a:t>
            </a:r>
          </a:p>
          <a:p>
            <a:endParaRPr lang="es-ES" dirty="0"/>
          </a:p>
          <a:p>
            <a:r>
              <a:rPr lang="es-ES" dirty="0"/>
              <a:t>No se puede rechazar la hipótesis ya que para Italia los resultados fueron favorables</a:t>
            </a:r>
          </a:p>
          <a:p>
            <a:endParaRPr lang="es-ES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Sería interesante agregar más datos para Aprendizaje Automático -&gt; para ver si mejoran las estimaciones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Sería útil aplicar este análisis a más países para validar la metodología.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Y por último….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Valdría la pena mirar i</a:t>
            </a:r>
            <a:r>
              <a:rPr lang="es-ES" dirty="0"/>
              <a:t>mpacto económico del cambio en las proyecciones de mortalidad por usar aprendizaje automático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Vimos una tendencia de mortalidad decreciente, esto genera riesgo de longevidad, donde las personas viven más de lo esperado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y afecta principalmente a los sistemas de pensiones y a los pagos esperados de las compañías de seguros.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Entonces usar aprendizaje automático, podría mejorar las estimaciones y disminuir este riesgo.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32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Bueno este fue el fin de la presentación… así que gracias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5EE5-C608-4A70-AF60-126CE062A8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12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EF79-56F8-5C3C-BAD8-38EB79FE5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74C2-74D1-AE86-1412-404B4BBB8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820E7-68E0-1403-41FB-4FA60EF5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0ED4C-CD95-4CFC-482D-4B831FF0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5B66A-4BF4-88D0-D40C-580DC9DD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39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E4E6-59C3-0D26-0ACF-6F641B87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EB68-0AB2-2D69-D1A5-E218FE100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ED488-7534-8CC5-109C-66D5FD95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43FBB-3F3C-9EC8-1CD4-8141D705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F25E-DA8B-5C2B-8E6C-79877369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9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5668-80E9-074D-0490-75F22602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A185F-44C9-C1D2-9DA5-5FBB5A86D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56C30-E5CD-0CEB-0AB2-BA78C1B7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2D433-7A1D-7274-D2EB-2AA44DF54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47F91-124A-05C8-5AF5-D48FFC06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48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031E2-6E3A-D9A5-D705-3510B020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7B1DA-B4FF-4FAE-D65E-4ECA0AD10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5CCB7-57BF-1734-7990-57BA8392A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5909E-1164-0C83-C814-ECC2DD16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075A3-8CCF-93FD-A2D7-AEBC347D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57C87-6DBD-919B-5FEC-7CEA1530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77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5B4DA-1890-AD3F-EA3F-C0076407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EACC9-1200-9274-7F99-D203A830C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9A3AC-1C32-68D1-788D-F45E229DC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402B5-694A-951E-5926-3DFB3753C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62CA3-487F-3A59-05D8-C4F2A25D7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9AA02-4DF8-6450-26BB-5E07D71F3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6CD72-DEC0-6136-3710-FC794A90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40DFC6-2EFE-2DEB-E9AD-E4F57052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8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50E0-C7BC-6082-5065-8F3BD107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4CE25-1319-6F72-33C8-BC5033D0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53FD9-AEF2-DB75-0F20-88893605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A3E4E-28ED-176B-18A7-C867BDA5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3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A3707-195A-F375-8E7C-CB0AEF46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D7FF3B-D067-91FA-6F93-425A38C9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A9CED-49FE-1250-69A1-C67CBD7A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18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747-76F5-370F-2BA5-7C109C66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F4CE1-36B3-950C-6984-FC739E39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12F87-0BE7-B30C-B1BB-6432CD682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75FE8-BE2A-1FCF-167D-52179CA7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6AB51-0F80-CA88-E3A2-15DCA9F0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65649-7040-186A-92C1-F8B9A545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4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9B48-D24E-15F3-09F2-19AC91B34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BB9CB0-1ADE-69E7-0099-99A020956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AFC86-CB16-A005-3CE1-A0C6CCFA9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F41FB-FD05-F927-BAC4-433CF94E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851B7-2110-1D8E-E664-48DCD98E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868FC-45E0-909E-35EB-07733FC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59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F2F2-B561-B7E9-75F7-83A3E079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529EF-1936-C931-CF07-6203722A4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7EC21-9197-54B1-A022-B2A6C4D8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37303-145F-AFA4-90F2-19981E22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A582A-A8BB-2F62-657D-7E4995D9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03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679F6-285B-1A6F-5147-C5ABC7EF3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06960-4C9E-761E-6380-70B3BA6E9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387AA-2C7E-F40F-5A7A-242454ADB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0346-C498-EFD4-4C16-F2E02995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98F8C-5A1E-4B6F-2928-2C68A1E60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3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62B0F-FCAC-E48D-38F3-55262F42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6F5CA-66F9-56F3-6E97-83DA11136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D81CB-227B-FFE5-9024-0E3C56342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2144B-14DA-4C86-AF8F-567686EE8C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B4328-27FF-60C3-CA1E-874A1F734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6B334-9FDF-B95F-E35E-2A35D318A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12292-F63F-4224-96D1-2AC3F9349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05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EEAB69-9C6C-BE6D-A838-AA652E0A0FAB}"/>
              </a:ext>
            </a:extLst>
          </p:cNvPr>
          <p:cNvSpPr txBox="1"/>
          <p:nvPr/>
        </p:nvSpPr>
        <p:spPr>
          <a:xfrm>
            <a:off x="992154" y="2828835"/>
            <a:ext cx="10686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Aplicación de Modelos</a:t>
            </a:r>
            <a:r>
              <a:rPr lang="es-AR" sz="3600" i="1" dirty="0"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 E</a:t>
            </a: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stocásticos de </a:t>
            </a:r>
            <a:r>
              <a:rPr lang="es-AR" sz="3600" i="1" dirty="0"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M</a:t>
            </a: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ortalidad con Aprendizaje </a:t>
            </a:r>
            <a:r>
              <a:rPr lang="es-AR" sz="3600" i="1" dirty="0"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A</a:t>
            </a:r>
            <a:r>
              <a:rPr lang="es-AR" sz="3600" i="1" dirty="0">
                <a:effectLst/>
                <a:latin typeface="Trebuchet MS" panose="020B0603020202020204" pitchFamily="34" charset="0"/>
                <a:ea typeface="Sans Serif Collection" panose="020B0502040504020204" pitchFamily="34" charset="0"/>
                <a:cs typeface="Segoe UI" panose="020B0502040204020203" pitchFamily="34" charset="0"/>
              </a:rPr>
              <a:t>utomático</a:t>
            </a:r>
            <a:endParaRPr lang="en-US" sz="2800" i="1" dirty="0">
              <a:effectLst/>
              <a:latin typeface="Trebuchet MS" panose="020B0603020202020204" pitchFamily="34" charset="0"/>
              <a:ea typeface="Sans Serif Collection" panose="020B0502040504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E2BD80-2C37-F3A0-111E-4E0171AC6A27}"/>
              </a:ext>
            </a:extLst>
          </p:cNvPr>
          <p:cNvGrpSpPr/>
          <p:nvPr/>
        </p:nvGrpSpPr>
        <p:grpSpPr>
          <a:xfrm>
            <a:off x="3047246" y="366650"/>
            <a:ext cx="6097508" cy="1831954"/>
            <a:chOff x="3047245" y="366650"/>
            <a:chExt cx="6097508" cy="18319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0907E2-FF3F-F100-BF3B-4CF9E7081605}"/>
                </a:ext>
              </a:extLst>
            </p:cNvPr>
            <p:cNvSpPr txBox="1"/>
            <p:nvPr/>
          </p:nvSpPr>
          <p:spPr>
            <a:xfrm>
              <a:off x="3047245" y="1547144"/>
              <a:ext cx="6097508" cy="6514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  <a:buNone/>
              </a:pPr>
              <a:r>
                <a:rPr lang="es-ES" sz="14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UNIVERSIDAD DE BUENOS AIRES</a:t>
              </a:r>
              <a:endPara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Aft>
                  <a:spcPts val="1000"/>
                </a:spcAft>
                <a:buNone/>
              </a:pPr>
              <a:r>
                <a:rPr lang="es-ES" sz="14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Facultad de Ciencias Económicas</a:t>
              </a:r>
              <a:endPara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96B0FE-DA7D-747F-9817-060DF86880C9}"/>
                </a:ext>
              </a:extLst>
            </p:cNvPr>
            <p:cNvGrpSpPr/>
            <p:nvPr/>
          </p:nvGrpSpPr>
          <p:grpSpPr>
            <a:xfrm>
              <a:off x="4705191" y="366650"/>
              <a:ext cx="2709190" cy="1180494"/>
              <a:chOff x="4722890" y="312329"/>
              <a:chExt cx="2709190" cy="1180494"/>
            </a:xfrm>
          </p:grpSpPr>
          <p:pic>
            <p:nvPicPr>
              <p:cNvPr id="8" name="image2.jpg">
                <a:extLst>
                  <a:ext uri="{FF2B5EF4-FFF2-40B4-BE49-F238E27FC236}">
                    <a16:creationId xmlns:a16="http://schemas.microsoft.com/office/drawing/2014/main" id="{2FA7B69D-A9B6-78CC-2608-930E925872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722890" y="312329"/>
                <a:ext cx="1333878" cy="1180494"/>
              </a:xfrm>
              <a:prstGeom prst="rect">
                <a:avLst/>
              </a:prstGeom>
              <a:ln/>
            </p:spPr>
          </p:pic>
          <p:pic>
            <p:nvPicPr>
              <p:cNvPr id="9" name="Imagen 2" descr="Logo&#10;&#10;Description automatically generated">
                <a:extLst>
                  <a:ext uri="{FF2B5EF4-FFF2-40B4-BE49-F238E27FC236}">
                    <a16:creationId xmlns:a16="http://schemas.microsoft.com/office/drawing/2014/main" id="{2D0153BA-BC98-F72C-CA0F-7CE0EA4A5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53334" y="312329"/>
                <a:ext cx="1078746" cy="1180494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2D1AF1E-BA5C-444D-AC33-33B7BCFFEC2A}"/>
              </a:ext>
            </a:extLst>
          </p:cNvPr>
          <p:cNvSpPr txBox="1"/>
          <p:nvPr/>
        </p:nvSpPr>
        <p:spPr>
          <a:xfrm>
            <a:off x="434188" y="5496206"/>
            <a:ext cx="385206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Alumno: Franco Olivero </a:t>
            </a:r>
            <a:endParaRPr lang="es-AR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buNone/>
            </a:pP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Tutor: </a:t>
            </a:r>
            <a:r>
              <a:rPr lang="es-AR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</a:t>
            </a: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Cristian Sciaccaluga</a:t>
            </a:r>
          </a:p>
          <a:p>
            <a:pPr>
              <a:spcAft>
                <a:spcPts val="1000"/>
              </a:spcAft>
              <a:buNone/>
            </a:pP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Profesora: </a:t>
            </a:r>
            <a:r>
              <a:rPr lang="es-AR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</a:t>
            </a: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Liliana Silva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79DD29-DE4A-9832-0226-B3A710541818}"/>
              </a:ext>
            </a:extLst>
          </p:cNvPr>
          <p:cNvSpPr txBox="1"/>
          <p:nvPr/>
        </p:nvSpPr>
        <p:spPr>
          <a:xfrm>
            <a:off x="7905752" y="6183573"/>
            <a:ext cx="3852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lang="es-AR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1er. Cuatrimestre 2026</a:t>
            </a:r>
          </a:p>
        </p:txBody>
      </p:sp>
    </p:spTree>
    <p:extLst>
      <p:ext uri="{BB962C8B-B14F-4D97-AF65-F5344CB8AC3E}">
        <p14:creationId xmlns:p14="http://schemas.microsoft.com/office/powerpoint/2010/main" val="87661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44A6-8E1B-8FA5-21A4-37F32058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560C1B7-B820-D4BD-1CD3-767E0A957599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7F68920-7D47-348E-D61D-CFFF27084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7C3FD48A-8C0E-2FCD-0CEE-54A72B377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F6BEF9-D28D-9C99-C1D5-01F6DDC505DE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Agenda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5A32FE1-89B0-4CB4-86F9-3CAAE93C7F52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B47B0B-A531-C32C-6E0E-6CBF0C3F7CF3}"/>
              </a:ext>
            </a:extLst>
          </p:cNvPr>
          <p:cNvSpPr txBox="1"/>
          <p:nvPr/>
        </p:nvSpPr>
        <p:spPr>
          <a:xfrm>
            <a:off x="857250" y="1766925"/>
            <a:ext cx="78159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Introducción e Hipótesis de Trabajo</a:t>
            </a:r>
          </a:p>
          <a:p>
            <a:pPr marL="514350" indent="-514350">
              <a:buFont typeface="+mj-lt"/>
              <a:buAutoNum type="arabicPeriod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Diagrama de Modelos</a:t>
            </a:r>
          </a:p>
          <a:p>
            <a:pPr marL="514350" indent="-514350">
              <a:buFont typeface="+mj-lt"/>
              <a:buAutoNum type="arabicPeriod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Caso de Estudio y Modelos Aplicados</a:t>
            </a:r>
          </a:p>
          <a:p>
            <a:pPr marL="514350" indent="-514350">
              <a:buFont typeface="+mj-lt"/>
              <a:buAutoNum type="arabicPeriod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Resultados y Conclusiones</a:t>
            </a:r>
          </a:p>
        </p:txBody>
      </p:sp>
    </p:spTree>
    <p:extLst>
      <p:ext uri="{BB962C8B-B14F-4D97-AF65-F5344CB8AC3E}">
        <p14:creationId xmlns:p14="http://schemas.microsoft.com/office/powerpoint/2010/main" val="15082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94CE0-80B1-17C0-28C1-8F39925E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254303B-49FA-D1FC-95F3-EBFF5A75F061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3DF53785-24E8-1227-950F-B5B2E05EE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6AA65639-8815-AE6B-1884-295FE176C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F58AAB-965B-A6A9-9E6E-D6E705F31BC1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1. Introducción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7CDDE86-CB5F-8195-A845-8CFE528C1D8F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6D53F-FF61-D91D-7F22-E75470DEDED9}"/>
              </a:ext>
            </a:extLst>
          </p:cNvPr>
          <p:cNvSpPr txBox="1"/>
          <p:nvPr/>
        </p:nvSpPr>
        <p:spPr>
          <a:xfrm>
            <a:off x="676275" y="2151727"/>
            <a:ext cx="475963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Conceptos Principales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¿Qué es un Modelo?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Tasa Central</a:t>
            </a:r>
          </a:p>
          <a:p>
            <a:pPr lvl="1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 de Mortalidad</a:t>
            </a:r>
          </a:p>
          <a:p>
            <a:pPr lvl="1"/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438E09-5A00-004E-780D-2B315BCA2A40}"/>
              </a:ext>
            </a:extLst>
          </p:cNvPr>
          <p:cNvCxnSpPr>
            <a:cxnSpLocks/>
          </p:cNvCxnSpPr>
          <p:nvPr/>
        </p:nvCxnSpPr>
        <p:spPr>
          <a:xfrm flipV="1">
            <a:off x="4119327" y="4001632"/>
            <a:ext cx="2933323" cy="606582"/>
          </a:xfrm>
          <a:prstGeom prst="straightConnector1">
            <a:avLst/>
          </a:prstGeom>
          <a:ln w="34925" cmpd="sng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croll: Horizontal 26">
                <a:extLst>
                  <a:ext uri="{FF2B5EF4-FFF2-40B4-BE49-F238E27FC236}">
                    <a16:creationId xmlns:a16="http://schemas.microsoft.com/office/drawing/2014/main" id="{6376CF68-88F3-7CA9-D58C-84CF0C4CCB05}"/>
                  </a:ext>
                </a:extLst>
              </p:cNvPr>
              <p:cNvSpPr/>
              <p:nvPr/>
            </p:nvSpPr>
            <p:spPr>
              <a:xfrm>
                <a:off x="7322416" y="2633181"/>
                <a:ext cx="4193309" cy="2244433"/>
              </a:xfrm>
              <a:prstGeom prst="horizontalScroll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Scroll: Horizontal 26">
                <a:extLst>
                  <a:ext uri="{FF2B5EF4-FFF2-40B4-BE49-F238E27FC236}">
                    <a16:creationId xmlns:a16="http://schemas.microsoft.com/office/drawing/2014/main" id="{6376CF68-88F3-7CA9-D58C-84CF0C4CCB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416" y="2633181"/>
                <a:ext cx="4193309" cy="2244433"/>
              </a:xfrm>
              <a:prstGeom prst="horizontalScroll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AFDAE5-2D81-E63D-6F32-BFE6418407BA}"/>
                  </a:ext>
                </a:extLst>
              </p:cNvPr>
              <p:cNvSpPr txBox="1"/>
              <p:nvPr/>
            </p:nvSpPr>
            <p:spPr>
              <a:xfrm>
                <a:off x="7659903" y="5021009"/>
                <a:ext cx="3855822" cy="70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𝐹𝑎𝑙𝑙𝑒𝑐𝑖𝑑𝑜𝑠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𝑃𝑟𝑜𝑚𝑒𝑑𝑖𝑜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𝑃𝑒𝑟𝑠𝑜𝑛𝑎𝑠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𝑐𝑜𝑛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𝑉𝑖𝑑𝑎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18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+1]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AFDAE5-2D81-E63D-6F32-BFE641840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903" y="5021009"/>
                <a:ext cx="3855822" cy="701282"/>
              </a:xfrm>
              <a:prstGeom prst="rect">
                <a:avLst/>
              </a:prstGeom>
              <a:blipFill>
                <a:blip r:embed="rId6"/>
                <a:stretch>
                  <a:fillRect r="-4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002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D738-6A56-C932-AF16-4A32C8BA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C63648E-315C-B4A7-F0D5-B5BE781B05EA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CB7393E-0F94-867C-9602-98F9783A5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F4B68D32-7307-1643-948A-B218B2EE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EE628F-F0F2-9DCB-FDE9-743917EDC8C8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1. Introducción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BA28C93-06AB-72E1-BBD6-9DD263CCF5EA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BDFE48-55AD-54EA-4BFB-2DF62725B82A}"/>
              </a:ext>
            </a:extLst>
          </p:cNvPr>
          <p:cNvSpPr txBox="1"/>
          <p:nvPr/>
        </p:nvSpPr>
        <p:spPr>
          <a:xfrm>
            <a:off x="676274" y="2151727"/>
            <a:ext cx="104489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Hipótesis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“Un modelo con aprendizaje automático es mejor”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¿Cómo se evaluaron los modelos?</a:t>
            </a:r>
          </a:p>
        </p:txBody>
      </p:sp>
    </p:spTree>
    <p:extLst>
      <p:ext uri="{BB962C8B-B14F-4D97-AF65-F5344CB8AC3E}">
        <p14:creationId xmlns:p14="http://schemas.microsoft.com/office/powerpoint/2010/main" val="265762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B8BB6-D11B-8898-84EB-09BA4984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1E85104-BFE1-46DE-EF17-E87742AD4043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F60581C-F299-8F4E-1E94-5CDDAE211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1A7E5E9E-EA23-F616-B34E-DD1764FE2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5CF41A-7E7A-B1AC-CFB0-681253F83DA2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dirty="0">
                  <a:latin typeface="Arial" panose="020B0604020202020204" pitchFamily="34" charset="0"/>
                  <a:cs typeface="Arial" panose="020B0604020202020204" pitchFamily="34" charset="0"/>
                </a:rPr>
                <a:t>2. Diagrama de Flujo de Modelos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C532AB5-F780-30A3-2BEB-C02F93767D5B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319400-3ACB-4BC8-693D-461C3A8246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16" y="1505051"/>
            <a:ext cx="11340974" cy="46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3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789A-E336-0844-D3D3-CB2582FC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AE9F75E-B0CE-C186-1859-A7DAA16BC600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3BDEC41C-C4A5-5EC7-08FE-595503931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0489BC41-5BEA-1B49-AD36-7F2DC33AA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84F1D05-24BF-FD77-F51A-F60FC7545CDD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Caso de Estudio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B1F4C05-5FB5-5E04-AE13-031E42120905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39746C-C0D4-61F9-CD09-F257F5B8CD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0" y="1580980"/>
            <a:ext cx="11325679" cy="43488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B5D605-35BC-B426-ED10-D780DAE39377}"/>
              </a:ext>
            </a:extLst>
          </p:cNvPr>
          <p:cNvSpPr/>
          <p:nvPr/>
        </p:nvSpPr>
        <p:spPr>
          <a:xfrm>
            <a:off x="320841" y="1580980"/>
            <a:ext cx="1746083" cy="14117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CB029-7135-7E24-B1A0-4A868D5F21BD}"/>
              </a:ext>
            </a:extLst>
          </p:cNvPr>
          <p:cNvSpPr/>
          <p:nvPr/>
        </p:nvSpPr>
        <p:spPr>
          <a:xfrm>
            <a:off x="2251668" y="1600030"/>
            <a:ext cx="9507172" cy="428406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</a:rPr>
              <a:t>Base de Datos: Tasas de</a:t>
            </a:r>
            <a:r>
              <a:rPr lang="es-ES" sz="2800" dirty="0">
                <a:solidFill>
                  <a:schemeClr val="tx1"/>
                </a:solidFill>
              </a:rPr>
              <a:t> </a:t>
            </a:r>
            <a:r>
              <a:rPr lang="es-ES" sz="2800" b="1" dirty="0">
                <a:solidFill>
                  <a:schemeClr val="tx1"/>
                </a:solidFill>
              </a:rPr>
              <a:t>Italia</a:t>
            </a:r>
          </a:p>
          <a:p>
            <a:pPr lvl="3">
              <a:lnSpc>
                <a:spcPct val="200000"/>
              </a:lnSpc>
            </a:pPr>
            <a:r>
              <a:rPr lang="es-ES" sz="2800" b="1" dirty="0">
                <a:solidFill>
                  <a:schemeClr val="tx1"/>
                </a:solidFill>
              </a:rPr>
              <a:t>2 Segmentos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1"/>
                </a:solidFill>
              </a:rPr>
              <a:t>Información de entrenamiento: 1915 – 2010</a:t>
            </a:r>
          </a:p>
          <a:p>
            <a:pPr lvl="3"/>
            <a:endParaRPr lang="es-ES" sz="2800" b="1" dirty="0">
              <a:solidFill>
                <a:schemeClr val="tx1"/>
              </a:solidFill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1"/>
                </a:solidFill>
              </a:rPr>
              <a:t>Información de validación: 2011 – 2019 (Capacidad Predictiva)</a:t>
            </a:r>
          </a:p>
        </p:txBody>
      </p:sp>
    </p:spTree>
    <p:extLst>
      <p:ext uri="{BB962C8B-B14F-4D97-AF65-F5344CB8AC3E}">
        <p14:creationId xmlns:p14="http://schemas.microsoft.com/office/powerpoint/2010/main" val="18548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03BB-866B-58C0-438D-12BE59A5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6AA2C3-E960-403B-5CD1-AA4AB400F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16" y="1505051"/>
            <a:ext cx="11340974" cy="464835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8372E21-FA1D-5005-A909-C82684528348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8957EDCE-07B8-C7CC-DD11-BD314E494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45FDA25C-6C2A-FB0B-C956-2F5726434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BFF497-2B9A-BF8A-3232-468E90E74A43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Lee-Carter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D9A4BF2-7BD5-7A49-B906-F40B080D5034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57CB22-B4D3-19F5-ADD1-33DD30B5A63C}"/>
              </a:ext>
            </a:extLst>
          </p:cNvPr>
          <p:cNvSpPr/>
          <p:nvPr/>
        </p:nvSpPr>
        <p:spPr>
          <a:xfrm>
            <a:off x="2200275" y="1385180"/>
            <a:ext cx="1628775" cy="40921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3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B924-F9C4-D903-E717-548F25464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1B9A10A-9095-8345-A905-4392C30DBDF0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4F9D685A-2C27-8A7C-FA35-CA4ACC25B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AE17141-EAFA-1FE9-DD7C-657EBF50A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79D42F-5608-525E-1E65-531113E45836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Lee-Carter: Conceptos</a:t>
              </a:r>
              <a:endParaRPr lang="en-US" sz="3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7E56F8D-59F7-AEA5-ADA1-41E06B684633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3C268-66D4-61AB-EBFC-8F3890677959}"/>
              </a:ext>
            </a:extLst>
          </p:cNvPr>
          <p:cNvSpPr txBox="1"/>
          <p:nvPr/>
        </p:nvSpPr>
        <p:spPr>
          <a:xfrm>
            <a:off x="600404" y="1662517"/>
            <a:ext cx="1119758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Comentarios Generales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Década de los 90’</a:t>
            </a:r>
          </a:p>
          <a:p>
            <a:pPr lvl="1"/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Mortalidad en componentes :</a:t>
            </a:r>
          </a:p>
          <a:p>
            <a:pPr lvl="1"/>
            <a:r>
              <a:rPr lang="es-ES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s-ES" sz="3200" i="1" dirty="0">
                <a:latin typeface="Arial" panose="020B0604020202020204" pitchFamily="34" charset="0"/>
                <a:cs typeface="Arial" panose="020B0604020202020204" pitchFamily="34" charset="0"/>
              </a:rPr>
              <a:t>Promedio (x) + </a:t>
            </a:r>
            <a:r>
              <a:rPr lang="es-ES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Tendencia (t) * </a:t>
            </a:r>
            <a:r>
              <a:rPr lang="es-ES" sz="3200" i="1" dirty="0">
                <a:latin typeface="Arial" panose="020B0604020202020204" pitchFamily="34" charset="0"/>
                <a:cs typeface="Arial" panose="020B0604020202020204" pitchFamily="34" charset="0"/>
              </a:rPr>
              <a:t>Sensibilidad % (x)</a:t>
            </a:r>
          </a:p>
          <a:p>
            <a:pPr lvl="1"/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Proyección con modelo estocástico</a:t>
            </a:r>
          </a:p>
        </p:txBody>
      </p:sp>
    </p:spTree>
    <p:extLst>
      <p:ext uri="{BB962C8B-B14F-4D97-AF65-F5344CB8AC3E}">
        <p14:creationId xmlns:p14="http://schemas.microsoft.com/office/powerpoint/2010/main" val="3234913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30E0-6955-2BDA-84A8-2019198B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9B07FAA-1E4F-A86E-4F04-575DE25D78BF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BE0002DF-3316-B801-B54C-677D7659C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7CE9A051-8D16-198E-3D23-91A4CCC42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5C9C4F-24E7-F52A-2289-EFA411AED9BA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Lee-Carter: Resultados Entrenamiento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4D3C0FB-7C34-4082-2DA3-0E8D1A21D35D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751945-AE34-0A82-E190-E27866C58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691" y="1387110"/>
            <a:ext cx="7458982" cy="4713702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1AA62055-171E-A8D2-3209-17A1D2650EDE}"/>
              </a:ext>
            </a:extLst>
          </p:cNvPr>
          <p:cNvSpPr/>
          <p:nvPr/>
        </p:nvSpPr>
        <p:spPr>
          <a:xfrm rot="20518273">
            <a:off x="3761560" y="4372135"/>
            <a:ext cx="1745486" cy="64720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F831DE6-857D-7AEC-7A4A-9FEA68879328}"/>
              </a:ext>
            </a:extLst>
          </p:cNvPr>
          <p:cNvSpPr/>
          <p:nvPr/>
        </p:nvSpPr>
        <p:spPr>
          <a:xfrm>
            <a:off x="3704256" y="2028779"/>
            <a:ext cx="2123192" cy="32512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37D9-7B08-2C9E-4375-9B744C1F174B}"/>
              </a:ext>
            </a:extLst>
          </p:cNvPr>
          <p:cNvSpPr txBox="1"/>
          <p:nvPr/>
        </p:nvSpPr>
        <p:spPr>
          <a:xfrm>
            <a:off x="5128889" y="4777089"/>
            <a:ext cx="418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Residuos = Errores de Entrenamiento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437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EE1B-69C6-4E24-B478-568EEFC7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F0259A-D153-4CB7-A0C5-DC5FB5583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16" y="1505051"/>
            <a:ext cx="11340974" cy="464835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D6CE908-4D31-57C5-A289-6670692F6464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27E7792-0793-08E7-D038-8B8FB70CC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4F42715F-6F7D-8DA8-579F-14CDB79D0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A6A9C4-BD62-7F59-F8A8-6480EABAE4E4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Aprendizaje Automático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BB47DE3-455B-9AEA-366E-0D858A9EED80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DDC2BD-C499-326F-7FEF-3AF64D710497}"/>
              </a:ext>
            </a:extLst>
          </p:cNvPr>
          <p:cNvSpPr/>
          <p:nvPr/>
        </p:nvSpPr>
        <p:spPr>
          <a:xfrm>
            <a:off x="3775295" y="2486025"/>
            <a:ext cx="4879818" cy="36809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2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D7ABF-EE45-9015-B15E-A4730334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97D7A3-84EA-A248-FBCD-B2B06C825ABA}"/>
              </a:ext>
            </a:extLst>
          </p:cNvPr>
          <p:cNvSpPr txBox="1"/>
          <p:nvPr/>
        </p:nvSpPr>
        <p:spPr>
          <a:xfrm>
            <a:off x="676274" y="1656427"/>
            <a:ext cx="1100269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Comentarios Generales</a:t>
            </a:r>
          </a:p>
          <a:p>
            <a:endParaRPr lang="es-E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Concepto: Patrones Automáticos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Algoritmos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Boosting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Datos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(Errores de Lee-Carter : Género, Edad, Año Nacimiento, Año Observación de Mortalidad)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Objetivo: Factor de Ajuste * Modelo de Lee-Carter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647BCF-0603-A6BB-D421-2A827331BB26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BF41E65B-0893-03BF-E39D-192A5D904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1A2D600E-0FBC-03C0-5CB6-33FA49BFF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42A113-AE9F-4F87-1C01-E1151C9A2381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Aprendizaje Automático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22F8F9E-6D0E-8732-89D0-9E5F5CD9E052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7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12E7-ACD5-EB3C-67DD-A1F52FEE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26670E-718D-AC29-1432-C02CBE04A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16" y="1505051"/>
            <a:ext cx="11340974" cy="464835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057CB90-4D41-D1C8-140C-81DF59E2A572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4CF0BB55-D7E3-5902-2FED-9E872BA55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3922B295-E7EC-E7B2-A9B7-F85502191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90D79A-5DAD-C919-9C5F-21345370C280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Aprendizaje Automático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FAB78-C506-5EC1-9A6C-5D7BFD386A9A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B4013-B443-72EF-5700-4CCD5C61147C}"/>
              </a:ext>
            </a:extLst>
          </p:cNvPr>
          <p:cNvSpPr/>
          <p:nvPr/>
        </p:nvSpPr>
        <p:spPr>
          <a:xfrm>
            <a:off x="8625797" y="2287905"/>
            <a:ext cx="3263963" cy="1600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66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36F0-A612-D7A2-F342-3EE88D60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298B4A2-D40E-B3BA-A1EF-E1CD35B375E3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727C811F-90CD-22A5-1292-27951BC72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9375C42-DC71-4118-094C-1E052123F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1D98D4-52CD-38C5-9466-0A7022D9D876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Proyecciones Estocásticas: ARIMA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00CF482-25CB-33EE-5AE3-347E15EDC92C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92B2D5-91C8-CBCD-B3EC-5610FD44AC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2" r="50010"/>
          <a:stretch>
            <a:fillRect/>
          </a:stretch>
        </p:blipFill>
        <p:spPr>
          <a:xfrm>
            <a:off x="2755327" y="2271769"/>
            <a:ext cx="6243673" cy="38983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49FEDF-8480-F866-9DE2-C4AE7CBBF9FD}"/>
                  </a:ext>
                </a:extLst>
              </p:cNvPr>
              <p:cNvSpPr txBox="1"/>
              <p:nvPr/>
            </p:nvSpPr>
            <p:spPr>
              <a:xfrm>
                <a:off x="-252397" y="1586267"/>
                <a:ext cx="656781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Proyecci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ó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Tendencia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2400" i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Mortalidad</m:t>
                      </m:r>
                    </m:oMath>
                  </m:oMathPara>
                </a14:m>
                <a:endParaRPr lang="es-E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49FEDF-8480-F866-9DE2-C4AE7CBBF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397" y="1586267"/>
                <a:ext cx="6567811" cy="461665"/>
              </a:xfrm>
              <a:prstGeom prst="rect">
                <a:avLst/>
              </a:prstGeom>
              <a:blipFill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F30728-E9D1-78EB-AA22-C2DD8340BA57}"/>
                  </a:ext>
                </a:extLst>
              </p:cNvPr>
              <p:cNvSpPr txBox="1"/>
              <p:nvPr/>
            </p:nvSpPr>
            <p:spPr>
              <a:xfrm>
                <a:off x="6019800" y="1601400"/>
                <a:ext cx="6172200" cy="446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𝐴𝑅𝐼𝑀𝐴</m:t>
                      </m:r>
                      <m:r>
                        <a:rPr lang="es-ES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b="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sSup>
                        <m:sSupPr>
                          <m:ctrlPr>
                            <a:rPr lang="en-US" sz="20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b="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000" b="0" i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sSub>
                        <m:sSubPr>
                          <m:ctrlPr>
                            <a:rPr lang="en-US" sz="20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F30728-E9D1-78EB-AA22-C2DD8340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1601400"/>
                <a:ext cx="6172200" cy="446532"/>
              </a:xfrm>
              <a:prstGeom prst="rect">
                <a:avLst/>
              </a:prstGeom>
              <a:blipFill>
                <a:blip r:embed="rId7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B6056AA-CDE8-8A55-678D-3F5FBE14B615}"/>
              </a:ext>
            </a:extLst>
          </p:cNvPr>
          <p:cNvSpPr txBox="1"/>
          <p:nvPr/>
        </p:nvSpPr>
        <p:spPr>
          <a:xfrm>
            <a:off x="9105900" y="2281320"/>
            <a:ext cx="27001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</a:rPr>
              <a:t>Autorregresivo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</a:rPr>
              <a:t>Integrado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Con Medias 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</a:rPr>
              <a:t>Móviles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66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F9EDD-0699-C10B-429D-80E20CCE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65AE885-6637-BAB5-CE4C-F36D5DB286F1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DCD14888-AB90-2F53-BED0-2CCEEAF02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53AD036C-A760-AD5F-5447-872EF48F9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9CFBFB-5DEA-67B8-285B-2C80964E9049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4. </a:t>
              </a:r>
              <a:r>
                <a:rPr lang="es-ES" sz="3200" i="1" dirty="0">
                  <a:latin typeface="Arial" panose="020B0604020202020204" pitchFamily="34" charset="0"/>
                  <a:cs typeface="Arial" panose="020B0604020202020204" pitchFamily="34" charset="0"/>
                </a:rPr>
                <a:t>Resultados: Capacidad Predictiva 2011-2019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7EEB5B2-594D-28A1-5C84-A1A2317C8BF1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22CCE2-505E-83D2-E394-85DB045A0A6E}"/>
              </a:ext>
            </a:extLst>
          </p:cNvPr>
          <p:cNvSpPr txBox="1"/>
          <p:nvPr/>
        </p:nvSpPr>
        <p:spPr>
          <a:xfrm>
            <a:off x="226337" y="5404918"/>
            <a:ext cx="3694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(*) Resultados similares Hombres.</a:t>
            </a:r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43CD8FF-B249-9A4C-246E-ED4EB232F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700" y="2235161"/>
            <a:ext cx="6324600" cy="222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08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91084-0434-6268-8188-3DC266CC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8C9DD59-5A6B-666C-DD1F-4CADF1A6EC6D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DBD002AA-619F-2090-5579-BB242823F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6A7EE701-62AD-0A24-56DF-9A1891655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BA88D3-1415-986B-06F5-74DCCF9E04D4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4. Resultados: Capacidad Predictiva - Ejemplo gráfico*</a:t>
              </a:r>
              <a:endParaRPr lang="es-E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DEEC245-7587-FCA3-D7C7-0B5AC9F4EC2C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B83AA5-9203-983E-3144-B1372C15216C}"/>
              </a:ext>
            </a:extLst>
          </p:cNvPr>
          <p:cNvGrpSpPr/>
          <p:nvPr/>
        </p:nvGrpSpPr>
        <p:grpSpPr>
          <a:xfrm>
            <a:off x="1477137" y="1541351"/>
            <a:ext cx="8477234" cy="3938260"/>
            <a:chOff x="3029878" y="1602463"/>
            <a:chExt cx="5281218" cy="24534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A22135C-45BD-7DFE-63AE-A31A83F6C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6304"/>
            <a:stretch>
              <a:fillRect/>
            </a:stretch>
          </p:blipFill>
          <p:spPr>
            <a:xfrm>
              <a:off x="3029878" y="1602463"/>
              <a:ext cx="5281218" cy="25349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C74701-23E2-104F-2658-C2E770F59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325" b="30598"/>
            <a:stretch>
              <a:fillRect/>
            </a:stretch>
          </p:blipFill>
          <p:spPr>
            <a:xfrm>
              <a:off x="3029878" y="1855960"/>
              <a:ext cx="5281218" cy="2199992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0597E8-0259-C300-AB43-50968F53CDCD}"/>
              </a:ext>
            </a:extLst>
          </p:cNvPr>
          <p:cNvSpPr/>
          <p:nvPr/>
        </p:nvSpPr>
        <p:spPr>
          <a:xfrm>
            <a:off x="3204927" y="3223034"/>
            <a:ext cx="1077362" cy="21909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62193-0486-009F-648E-154A35F07668}"/>
              </a:ext>
            </a:extLst>
          </p:cNvPr>
          <p:cNvSpPr txBox="1"/>
          <p:nvPr/>
        </p:nvSpPr>
        <p:spPr>
          <a:xfrm>
            <a:off x="226337" y="6367043"/>
            <a:ext cx="448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(*) Resultados similares entre 2011 y 2019.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05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A733-CE19-FF76-3173-0C4492659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8E841B8-2839-2270-AC53-9C98DB12EB42}"/>
              </a:ext>
            </a:extLst>
          </p:cNvPr>
          <p:cNvGrpSpPr/>
          <p:nvPr/>
        </p:nvGrpSpPr>
        <p:grpSpPr>
          <a:xfrm>
            <a:off x="0" y="563418"/>
            <a:ext cx="12120368" cy="731520"/>
            <a:chOff x="0" y="1068764"/>
            <a:chExt cx="12120368" cy="731520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4F321F4F-C6BE-2B03-F6EF-3AF9B6DE2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1068764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78CBCF9D-29A1-6738-63BE-FF2CAE0CD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1068764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58A4453-F553-B657-0F57-0CF5D40FD28A}"/>
                </a:ext>
              </a:extLst>
            </p:cNvPr>
            <p:cNvSpPr/>
            <p:nvPr/>
          </p:nvSpPr>
          <p:spPr>
            <a:xfrm>
              <a:off x="0" y="1068764"/>
              <a:ext cx="10257779" cy="731520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3200" i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4. Conclusión y Futuras líneas de investigación</a:t>
              </a:r>
              <a:endParaRPr lang="es-E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F80198B-5F9E-28D1-649E-5780F70754D7}"/>
              </a:ext>
            </a:extLst>
          </p:cNvPr>
          <p:cNvSpPr/>
          <p:nvPr/>
        </p:nvSpPr>
        <p:spPr>
          <a:xfrm>
            <a:off x="0" y="6215858"/>
            <a:ext cx="12192000" cy="45720"/>
          </a:xfrm>
          <a:prstGeom prst="rect">
            <a:avLst/>
          </a:prstGeom>
          <a:solidFill>
            <a:srgbClr val="001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E64D64-D28B-25ED-16E5-51161B642CA7}"/>
                  </a:ext>
                </a:extLst>
              </p:cNvPr>
              <p:cNvSpPr txBox="1"/>
              <p:nvPr/>
            </p:nvSpPr>
            <p:spPr>
              <a:xfrm>
                <a:off x="513767" y="1770239"/>
                <a:ext cx="8800805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Conclusión:</a:t>
                </a:r>
                <a:endParaRPr lang="es-E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Arial" panose="020B0604020202020204" pitchFamily="34" charset="0"/>
                  <a:buChar char="•"/>
                </a:pPr>
                <a:r>
                  <a:rPr lang="es-E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No se puede rechazar la hipótesis</a:t>
                </a:r>
              </a:p>
              <a:p>
                <a:endParaRPr lang="es-E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 futuro:</a:t>
                </a:r>
              </a:p>
              <a:p>
                <a:pPr marL="514350" indent="-514350">
                  <a:buFont typeface="Arial" panose="020B0604020202020204" pitchFamily="34" charset="0"/>
                  <a:buChar char="•"/>
                </a:pPr>
                <a:r>
                  <a:rPr lang="es-E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Más datos para Aprendizaje Automático</a:t>
                </a:r>
              </a:p>
              <a:p>
                <a:pPr marL="514350" indent="-514350">
                  <a:buFont typeface="Arial" panose="020B0604020202020204" pitchFamily="34" charset="0"/>
                  <a:buChar char="•"/>
                </a:pPr>
                <a:r>
                  <a:rPr lang="es-E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Análisis de robustez, más países bajo análisis</a:t>
                </a:r>
              </a:p>
              <a:p>
                <a:pPr marL="514350" indent="-514350">
                  <a:buFont typeface="Arial" panose="020B0604020202020204" pitchFamily="34" charset="0"/>
                  <a:buChar char="•"/>
                </a:pPr>
                <a:r>
                  <a:rPr lang="es-E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Análisis de riesgos – Tendencia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decreciente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E64D64-D28B-25ED-16E5-51161B642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67" y="1770239"/>
                <a:ext cx="8800805" cy="3970318"/>
              </a:xfrm>
              <a:prstGeom prst="rect">
                <a:avLst/>
              </a:prstGeom>
              <a:blipFill>
                <a:blip r:embed="rId5"/>
                <a:stretch>
                  <a:fillRect l="-1385" t="-1534" b="-2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5656380-671F-E68E-4578-856F9C959990}"/>
              </a:ext>
            </a:extLst>
          </p:cNvPr>
          <p:cNvSpPr txBox="1"/>
          <p:nvPr/>
        </p:nvSpPr>
        <p:spPr>
          <a:xfrm>
            <a:off x="7377974" y="2387709"/>
            <a:ext cx="420500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“[…] La hipótesis de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trabajo sostiene que la utilización de técnicas de aprendizaje automático en la estimación de parámetros para modelos estocásticos conduce a una mejora estadística significativa tanto en la capacidad de ajuste a los datos históricos como en el poder de predicción de tasas futura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 […]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963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9F9D-13E8-1EED-4E2D-55E2DB71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34D5F1E-AAD7-AB8F-0C66-961CBAD87AF3}"/>
              </a:ext>
            </a:extLst>
          </p:cNvPr>
          <p:cNvGrpSpPr/>
          <p:nvPr/>
        </p:nvGrpSpPr>
        <p:grpSpPr>
          <a:xfrm>
            <a:off x="0" y="2338185"/>
            <a:ext cx="12120368" cy="2181629"/>
            <a:chOff x="0" y="-381345"/>
            <a:chExt cx="12120368" cy="2181629"/>
          </a:xfrm>
        </p:grpSpPr>
        <p:pic>
          <p:nvPicPr>
            <p:cNvPr id="11" name="image2.jpg">
              <a:extLst>
                <a:ext uri="{FF2B5EF4-FFF2-40B4-BE49-F238E27FC236}">
                  <a16:creationId xmlns:a16="http://schemas.microsoft.com/office/drawing/2014/main" id="{01F804F7-DB83-9B74-17A6-3409F21A1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441553" y="340246"/>
              <a:ext cx="826570" cy="731520"/>
            </a:xfrm>
            <a:prstGeom prst="rect">
              <a:avLst/>
            </a:prstGeom>
            <a:ln/>
          </p:spPr>
        </p:pic>
        <p:pic>
          <p:nvPicPr>
            <p:cNvPr id="12" name="Imagen 2" descr="Logo&#10;&#10;Description automatically generated">
              <a:extLst>
                <a:ext uri="{FF2B5EF4-FFF2-40B4-BE49-F238E27FC236}">
                  <a16:creationId xmlns:a16="http://schemas.microsoft.com/office/drawing/2014/main" id="{9B25A992-89BD-4089-1B89-3FFED2F0C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1897" y="340246"/>
              <a:ext cx="668471" cy="7315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BAAF3E-D9E9-61B8-1E2D-D7B2E8E9E160}"/>
                </a:ext>
              </a:extLst>
            </p:cNvPr>
            <p:cNvSpPr/>
            <p:nvPr/>
          </p:nvSpPr>
          <p:spPr>
            <a:xfrm>
              <a:off x="0" y="-381345"/>
              <a:ext cx="10257779" cy="2181629"/>
            </a:xfrm>
            <a:prstGeom prst="rect">
              <a:avLst/>
            </a:prstGeom>
            <a:solidFill>
              <a:srgbClr val="001F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0" i="1" dirty="0">
                  <a:latin typeface="Arial" panose="020B0604020202020204" pitchFamily="34" charset="0"/>
                  <a:cs typeface="Arial" panose="020B0604020202020204" pitchFamily="34" charset="0"/>
                </a:rPr>
                <a:t>!! GRACIAS !!</a:t>
              </a:r>
              <a:endParaRPr lang="es-ES" sz="44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010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922</Words>
  <Application>Microsoft Office PowerPoint</Application>
  <PresentationFormat>Widescreen</PresentationFormat>
  <Paragraphs>146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Courier New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Nahuel  Olivero</dc:creator>
  <cp:lastModifiedBy>Franco Nahuel  Olivero</cp:lastModifiedBy>
  <cp:revision>3</cp:revision>
  <dcterms:created xsi:type="dcterms:W3CDTF">2026-03-03T02:42:36Z</dcterms:created>
  <dcterms:modified xsi:type="dcterms:W3CDTF">2026-03-19T20:42:43Z</dcterms:modified>
</cp:coreProperties>
</file>